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</p:sldIdLst>
  <p:sldSz cx="6858000" cy="9906000" type="A4"/>
  <p:notesSz cx="6858000" cy="9144000"/>
  <p:embeddedFontLst>
    <p:embeddedFont>
      <p:font typeface="Poppins Bold" panose="020B0604020202020204" charset="0"/>
      <p:regular r:id="rId5"/>
      <p:bold r:id="rId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01" userDrawn="1">
          <p15:clr>
            <a:srgbClr val="A4A3A4"/>
          </p15:clr>
        </p15:guide>
        <p15:guide id="2" pos="261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3AEC09F-7B3C-BAB8-8307-D95A6DCC551B}" v="55" dt="2026-02-12T15:37:03.96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49" d="100"/>
          <a:sy n="49" d="100"/>
        </p:scale>
        <p:origin x="2784" y="269"/>
      </p:cViewPr>
      <p:guideLst>
        <p:guide orient="horz" pos="2001"/>
        <p:guide pos="261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2.fntdata"/><Relationship Id="rId11" Type="http://schemas.microsoft.com/office/2015/10/relationships/revisionInfo" Target="revisionInfo.xml"/><Relationship Id="rId5" Type="http://schemas.openxmlformats.org/officeDocument/2006/relationships/font" Target="fonts/font1.fntdata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2407" y="1973553"/>
            <a:ext cx="7053943" cy="136178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44814" y="3600043"/>
            <a:ext cx="5809129" cy="162354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1495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299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2448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65981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07477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48972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90468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31963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5544" y="4082402"/>
            <a:ext cx="7053943" cy="1261780"/>
          </a:xfrm>
        </p:spPr>
        <p:txBody>
          <a:bodyPr anchor="t"/>
          <a:lstStyle>
            <a:lvl1pPr algn="l">
              <a:defRPr sz="363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5544" y="2692680"/>
            <a:ext cx="7053943" cy="1389722"/>
          </a:xfrm>
        </p:spPr>
        <p:txBody>
          <a:bodyPr anchor="b"/>
          <a:lstStyle>
            <a:lvl1pPr marL="0" indent="0">
              <a:buNone/>
              <a:defRPr sz="1815">
                <a:solidFill>
                  <a:schemeClr val="tx1">
                    <a:tint val="75000"/>
                  </a:schemeClr>
                </a:solidFill>
              </a:defRPr>
            </a:lvl1pPr>
            <a:lvl2pPr marL="414955" indent="0">
              <a:buNone/>
              <a:defRPr sz="1634">
                <a:solidFill>
                  <a:schemeClr val="tx1">
                    <a:tint val="75000"/>
                  </a:schemeClr>
                </a:solidFill>
              </a:defRPr>
            </a:lvl2pPr>
            <a:lvl3pPr marL="829909" indent="0">
              <a:buNone/>
              <a:defRPr sz="1452">
                <a:solidFill>
                  <a:schemeClr val="tx1">
                    <a:tint val="75000"/>
                  </a:schemeClr>
                </a:solidFill>
              </a:defRPr>
            </a:lvl3pPr>
            <a:lvl4pPr marL="1244864" indent="0">
              <a:buNone/>
              <a:defRPr sz="1271">
                <a:solidFill>
                  <a:schemeClr val="tx1">
                    <a:tint val="75000"/>
                  </a:schemeClr>
                </a:solidFill>
              </a:defRPr>
            </a:lvl4pPr>
            <a:lvl5pPr marL="1659819" indent="0">
              <a:buNone/>
              <a:defRPr sz="1271">
                <a:solidFill>
                  <a:schemeClr val="tx1">
                    <a:tint val="75000"/>
                  </a:schemeClr>
                </a:solidFill>
              </a:defRPr>
            </a:lvl5pPr>
            <a:lvl6pPr marL="2074774" indent="0">
              <a:buNone/>
              <a:defRPr sz="1271">
                <a:solidFill>
                  <a:schemeClr val="tx1">
                    <a:tint val="75000"/>
                  </a:schemeClr>
                </a:solidFill>
              </a:defRPr>
            </a:lvl6pPr>
            <a:lvl7pPr marL="2489728" indent="0">
              <a:buNone/>
              <a:defRPr sz="1271">
                <a:solidFill>
                  <a:schemeClr val="tx1">
                    <a:tint val="75000"/>
                  </a:schemeClr>
                </a:solidFill>
              </a:defRPr>
            </a:lvl7pPr>
            <a:lvl8pPr marL="2904683" indent="0">
              <a:buNone/>
              <a:defRPr sz="1271">
                <a:solidFill>
                  <a:schemeClr val="tx1">
                    <a:tint val="75000"/>
                  </a:schemeClr>
                </a:solidFill>
              </a:defRPr>
            </a:lvl8pPr>
            <a:lvl9pPr marL="3319638" indent="0">
              <a:buNone/>
              <a:defRPr sz="1271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14938" y="1482371"/>
            <a:ext cx="3665284" cy="4192697"/>
          </a:xfrm>
        </p:spPr>
        <p:txBody>
          <a:bodyPr/>
          <a:lstStyle>
            <a:lvl1pPr>
              <a:defRPr sz="2541"/>
            </a:lvl1pPr>
            <a:lvl2pPr>
              <a:defRPr sz="2178"/>
            </a:lvl2pPr>
            <a:lvl3pPr>
              <a:defRPr sz="1815"/>
            </a:lvl3pPr>
            <a:lvl4pPr>
              <a:defRPr sz="1634"/>
            </a:lvl4pPr>
            <a:lvl5pPr>
              <a:defRPr sz="1634"/>
            </a:lvl5pPr>
            <a:lvl6pPr>
              <a:defRPr sz="1634"/>
            </a:lvl6pPr>
            <a:lvl7pPr>
              <a:defRPr sz="1634"/>
            </a:lvl7pPr>
            <a:lvl8pPr>
              <a:defRPr sz="1634"/>
            </a:lvl8pPr>
            <a:lvl9pPr>
              <a:defRPr sz="163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18534" y="1482371"/>
            <a:ext cx="3665284" cy="4192697"/>
          </a:xfrm>
        </p:spPr>
        <p:txBody>
          <a:bodyPr/>
          <a:lstStyle>
            <a:lvl1pPr>
              <a:defRPr sz="2541"/>
            </a:lvl1pPr>
            <a:lvl2pPr>
              <a:defRPr sz="2178"/>
            </a:lvl2pPr>
            <a:lvl3pPr>
              <a:defRPr sz="1815"/>
            </a:lvl3pPr>
            <a:lvl4pPr>
              <a:defRPr sz="1634"/>
            </a:lvl4pPr>
            <a:lvl5pPr>
              <a:defRPr sz="1634"/>
            </a:lvl5pPr>
            <a:lvl6pPr>
              <a:defRPr sz="1634"/>
            </a:lvl6pPr>
            <a:lvl7pPr>
              <a:defRPr sz="1634"/>
            </a:lvl7pPr>
            <a:lvl8pPr>
              <a:defRPr sz="1634"/>
            </a:lvl8pPr>
            <a:lvl9pPr>
              <a:defRPr sz="163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14938" y="1422076"/>
            <a:ext cx="3666725" cy="592654"/>
          </a:xfrm>
        </p:spPr>
        <p:txBody>
          <a:bodyPr anchor="b"/>
          <a:lstStyle>
            <a:lvl1pPr marL="0" indent="0">
              <a:buNone/>
              <a:defRPr sz="2178" b="1"/>
            </a:lvl1pPr>
            <a:lvl2pPr marL="414955" indent="0">
              <a:buNone/>
              <a:defRPr sz="1815" b="1"/>
            </a:lvl2pPr>
            <a:lvl3pPr marL="829909" indent="0">
              <a:buNone/>
              <a:defRPr sz="1634" b="1"/>
            </a:lvl3pPr>
            <a:lvl4pPr marL="1244864" indent="0">
              <a:buNone/>
              <a:defRPr sz="1452" b="1"/>
            </a:lvl4pPr>
            <a:lvl5pPr marL="1659819" indent="0">
              <a:buNone/>
              <a:defRPr sz="1452" b="1"/>
            </a:lvl5pPr>
            <a:lvl6pPr marL="2074774" indent="0">
              <a:buNone/>
              <a:defRPr sz="1452" b="1"/>
            </a:lvl6pPr>
            <a:lvl7pPr marL="2489728" indent="0">
              <a:buNone/>
              <a:defRPr sz="1452" b="1"/>
            </a:lvl7pPr>
            <a:lvl8pPr marL="2904683" indent="0">
              <a:buNone/>
              <a:defRPr sz="1452" b="1"/>
            </a:lvl8pPr>
            <a:lvl9pPr marL="3319638" indent="0">
              <a:buNone/>
              <a:defRPr sz="145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14938" y="2014730"/>
            <a:ext cx="3666725" cy="3660338"/>
          </a:xfrm>
        </p:spPr>
        <p:txBody>
          <a:bodyPr/>
          <a:lstStyle>
            <a:lvl1pPr>
              <a:defRPr sz="2178"/>
            </a:lvl1pPr>
            <a:lvl2pPr>
              <a:defRPr sz="1815"/>
            </a:lvl2pPr>
            <a:lvl3pPr>
              <a:defRPr sz="1634"/>
            </a:lvl3pPr>
            <a:lvl4pPr>
              <a:defRPr sz="1452"/>
            </a:lvl4pPr>
            <a:lvl5pPr>
              <a:defRPr sz="1452"/>
            </a:lvl5pPr>
            <a:lvl6pPr>
              <a:defRPr sz="1452"/>
            </a:lvl6pPr>
            <a:lvl7pPr>
              <a:defRPr sz="1452"/>
            </a:lvl7pPr>
            <a:lvl8pPr>
              <a:defRPr sz="1452"/>
            </a:lvl8pPr>
            <a:lvl9pPr>
              <a:defRPr sz="1452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215653" y="1422076"/>
            <a:ext cx="3668166" cy="592654"/>
          </a:xfrm>
        </p:spPr>
        <p:txBody>
          <a:bodyPr anchor="b"/>
          <a:lstStyle>
            <a:lvl1pPr marL="0" indent="0">
              <a:buNone/>
              <a:defRPr sz="2178" b="1"/>
            </a:lvl1pPr>
            <a:lvl2pPr marL="414955" indent="0">
              <a:buNone/>
              <a:defRPr sz="1815" b="1"/>
            </a:lvl2pPr>
            <a:lvl3pPr marL="829909" indent="0">
              <a:buNone/>
              <a:defRPr sz="1634" b="1"/>
            </a:lvl3pPr>
            <a:lvl4pPr marL="1244864" indent="0">
              <a:buNone/>
              <a:defRPr sz="1452" b="1"/>
            </a:lvl4pPr>
            <a:lvl5pPr marL="1659819" indent="0">
              <a:buNone/>
              <a:defRPr sz="1452" b="1"/>
            </a:lvl5pPr>
            <a:lvl6pPr marL="2074774" indent="0">
              <a:buNone/>
              <a:defRPr sz="1452" b="1"/>
            </a:lvl6pPr>
            <a:lvl7pPr marL="2489728" indent="0">
              <a:buNone/>
              <a:defRPr sz="1452" b="1"/>
            </a:lvl7pPr>
            <a:lvl8pPr marL="2904683" indent="0">
              <a:buNone/>
              <a:defRPr sz="1452" b="1"/>
            </a:lvl8pPr>
            <a:lvl9pPr marL="3319638" indent="0">
              <a:buNone/>
              <a:defRPr sz="145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215653" y="2014730"/>
            <a:ext cx="3668166" cy="3660338"/>
          </a:xfrm>
        </p:spPr>
        <p:txBody>
          <a:bodyPr/>
          <a:lstStyle>
            <a:lvl1pPr>
              <a:defRPr sz="2178"/>
            </a:lvl1pPr>
            <a:lvl2pPr>
              <a:defRPr sz="1815"/>
            </a:lvl2pPr>
            <a:lvl3pPr>
              <a:defRPr sz="1634"/>
            </a:lvl3pPr>
            <a:lvl4pPr>
              <a:defRPr sz="1452"/>
            </a:lvl4pPr>
            <a:lvl5pPr>
              <a:defRPr sz="1452"/>
            </a:lvl5pPr>
            <a:lvl6pPr>
              <a:defRPr sz="1452"/>
            </a:lvl6pPr>
            <a:lvl7pPr>
              <a:defRPr sz="1452"/>
            </a:lvl7pPr>
            <a:lvl8pPr>
              <a:defRPr sz="1452"/>
            </a:lvl8pPr>
            <a:lvl9pPr>
              <a:defRPr sz="1452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4938" y="252944"/>
            <a:ext cx="2730234" cy="1076483"/>
          </a:xfrm>
        </p:spPr>
        <p:txBody>
          <a:bodyPr anchor="b"/>
          <a:lstStyle>
            <a:lvl1pPr algn="l">
              <a:defRPr sz="1815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44583" y="252944"/>
            <a:ext cx="4639235" cy="5422124"/>
          </a:xfrm>
        </p:spPr>
        <p:txBody>
          <a:bodyPr/>
          <a:lstStyle>
            <a:lvl1pPr>
              <a:defRPr sz="2904"/>
            </a:lvl1pPr>
            <a:lvl2pPr>
              <a:defRPr sz="2541"/>
            </a:lvl2pPr>
            <a:lvl3pPr>
              <a:defRPr sz="2178"/>
            </a:lvl3pPr>
            <a:lvl4pPr>
              <a:defRPr sz="1815"/>
            </a:lvl4pPr>
            <a:lvl5pPr>
              <a:defRPr sz="1815"/>
            </a:lvl5pPr>
            <a:lvl6pPr>
              <a:defRPr sz="1815"/>
            </a:lvl6pPr>
            <a:lvl7pPr>
              <a:defRPr sz="1815"/>
            </a:lvl7pPr>
            <a:lvl8pPr>
              <a:defRPr sz="1815"/>
            </a:lvl8pPr>
            <a:lvl9pPr>
              <a:defRPr sz="181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14938" y="1329428"/>
            <a:ext cx="2730234" cy="4345640"/>
          </a:xfrm>
        </p:spPr>
        <p:txBody>
          <a:bodyPr/>
          <a:lstStyle>
            <a:lvl1pPr marL="0" indent="0">
              <a:buNone/>
              <a:defRPr sz="1271"/>
            </a:lvl1pPr>
            <a:lvl2pPr marL="414955" indent="0">
              <a:buNone/>
              <a:defRPr sz="1089"/>
            </a:lvl2pPr>
            <a:lvl3pPr marL="829909" indent="0">
              <a:buNone/>
              <a:defRPr sz="908"/>
            </a:lvl3pPr>
            <a:lvl4pPr marL="1244864" indent="0">
              <a:buNone/>
              <a:defRPr sz="817"/>
            </a:lvl4pPr>
            <a:lvl5pPr marL="1659819" indent="0">
              <a:buNone/>
              <a:defRPr sz="817"/>
            </a:lvl5pPr>
            <a:lvl6pPr marL="2074774" indent="0">
              <a:buNone/>
              <a:defRPr sz="817"/>
            </a:lvl6pPr>
            <a:lvl7pPr marL="2489728" indent="0">
              <a:buNone/>
              <a:defRPr sz="817"/>
            </a:lvl7pPr>
            <a:lvl8pPr marL="2904683" indent="0">
              <a:buNone/>
              <a:defRPr sz="817"/>
            </a:lvl8pPr>
            <a:lvl9pPr marL="3319638" indent="0">
              <a:buNone/>
              <a:defRPr sz="81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6614" y="4447111"/>
            <a:ext cx="4979254" cy="525007"/>
          </a:xfrm>
        </p:spPr>
        <p:txBody>
          <a:bodyPr anchor="b"/>
          <a:lstStyle>
            <a:lvl1pPr algn="l">
              <a:defRPr sz="1815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626614" y="567654"/>
            <a:ext cx="4979254" cy="3811810"/>
          </a:xfrm>
        </p:spPr>
        <p:txBody>
          <a:bodyPr/>
          <a:lstStyle>
            <a:lvl1pPr marL="0" indent="0">
              <a:buNone/>
              <a:defRPr sz="2904"/>
            </a:lvl1pPr>
            <a:lvl2pPr marL="414955" indent="0">
              <a:buNone/>
              <a:defRPr sz="2541"/>
            </a:lvl2pPr>
            <a:lvl3pPr marL="829909" indent="0">
              <a:buNone/>
              <a:defRPr sz="2178"/>
            </a:lvl3pPr>
            <a:lvl4pPr marL="1244864" indent="0">
              <a:buNone/>
              <a:defRPr sz="1815"/>
            </a:lvl4pPr>
            <a:lvl5pPr marL="1659819" indent="0">
              <a:buNone/>
              <a:defRPr sz="1815"/>
            </a:lvl5pPr>
            <a:lvl6pPr marL="2074774" indent="0">
              <a:buNone/>
              <a:defRPr sz="1815"/>
            </a:lvl6pPr>
            <a:lvl7pPr marL="2489728" indent="0">
              <a:buNone/>
              <a:defRPr sz="1815"/>
            </a:lvl7pPr>
            <a:lvl8pPr marL="2904683" indent="0">
              <a:buNone/>
              <a:defRPr sz="1815"/>
            </a:lvl8pPr>
            <a:lvl9pPr marL="3319638" indent="0">
              <a:buNone/>
              <a:defRPr sz="1815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26614" y="4972118"/>
            <a:ext cx="4979254" cy="745597"/>
          </a:xfrm>
        </p:spPr>
        <p:txBody>
          <a:bodyPr/>
          <a:lstStyle>
            <a:lvl1pPr marL="0" indent="0">
              <a:buNone/>
              <a:defRPr sz="1271"/>
            </a:lvl1pPr>
            <a:lvl2pPr marL="414955" indent="0">
              <a:buNone/>
              <a:defRPr sz="1089"/>
            </a:lvl2pPr>
            <a:lvl3pPr marL="829909" indent="0">
              <a:buNone/>
              <a:defRPr sz="908"/>
            </a:lvl3pPr>
            <a:lvl4pPr marL="1244864" indent="0">
              <a:buNone/>
              <a:defRPr sz="817"/>
            </a:lvl4pPr>
            <a:lvl5pPr marL="1659819" indent="0">
              <a:buNone/>
              <a:defRPr sz="817"/>
            </a:lvl5pPr>
            <a:lvl6pPr marL="2074774" indent="0">
              <a:buNone/>
              <a:defRPr sz="817"/>
            </a:lvl6pPr>
            <a:lvl7pPr marL="2489728" indent="0">
              <a:buNone/>
              <a:defRPr sz="817"/>
            </a:lvl7pPr>
            <a:lvl8pPr marL="2904683" indent="0">
              <a:buNone/>
              <a:defRPr sz="817"/>
            </a:lvl8pPr>
            <a:lvl9pPr marL="3319638" indent="0">
              <a:buNone/>
              <a:defRPr sz="817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016598" y="254416"/>
            <a:ext cx="1867220" cy="5420653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14938" y="254416"/>
            <a:ext cx="5463348" cy="542065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14938" y="254415"/>
            <a:ext cx="7468881" cy="10588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14938" y="1482371"/>
            <a:ext cx="7468881" cy="41926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14938" y="5888306"/>
            <a:ext cx="1936376" cy="33823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8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35409" y="5888306"/>
            <a:ext cx="2627939" cy="33823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8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947442" y="5888306"/>
            <a:ext cx="1936376" cy="33823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8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-4718"/>
            <a:ext cx="3234970" cy="9907975"/>
            <a:chOff x="0" y="0"/>
            <a:chExt cx="1277421" cy="383177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277421" cy="3831772"/>
            </a:xfrm>
            <a:custGeom>
              <a:avLst/>
              <a:gdLst/>
              <a:ahLst/>
              <a:cxnLst/>
              <a:rect l="l" t="t" r="r" b="b"/>
              <a:pathLst>
                <a:path w="1277421" h="3831772">
                  <a:moveTo>
                    <a:pt x="0" y="0"/>
                  </a:moveTo>
                  <a:lnTo>
                    <a:pt x="1277421" y="0"/>
                  </a:lnTo>
                  <a:lnTo>
                    <a:pt x="1277421" y="3831772"/>
                  </a:lnTo>
                  <a:lnTo>
                    <a:pt x="0" y="3831772"/>
                  </a:lnTo>
                  <a:close/>
                </a:path>
              </a:pathLst>
            </a:custGeom>
            <a:gradFill rotWithShape="1">
              <a:gsLst>
                <a:gs pos="0">
                  <a:srgbClr val="59388F">
                    <a:alpha val="100000"/>
                  </a:srgbClr>
                </a:gs>
                <a:gs pos="100000">
                  <a:srgbClr val="CD0E8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s-AR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28575"/>
              <a:ext cx="1277421" cy="3860346"/>
            </a:xfrm>
            <a:prstGeom prst="rect">
              <a:avLst/>
            </a:prstGeom>
          </p:spPr>
          <p:txBody>
            <a:bodyPr lIns="46104" tIns="46104" rIns="46104" bIns="46104" rtlCol="0" anchor="ctr"/>
            <a:lstStyle>
              <a:defPPr>
                <a:defRPr lang="en-US"/>
              </a:defPPr>
              <a:lvl1pPr marL="0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19938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839876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259815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679753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099691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519629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939567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359506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ts val="1398"/>
                </a:lnSpc>
              </a:pPr>
              <a:endParaRPr sz="1500"/>
            </a:p>
          </p:txBody>
        </p:sp>
      </p:grpSp>
      <p:sp>
        <p:nvSpPr>
          <p:cNvPr id="7" name="AutoShape 7"/>
          <p:cNvSpPr/>
          <p:nvPr/>
        </p:nvSpPr>
        <p:spPr>
          <a:xfrm>
            <a:off x="3349881" y="2999752"/>
            <a:ext cx="3514180" cy="0"/>
          </a:xfrm>
          <a:prstGeom prst="line">
            <a:avLst/>
          </a:prstGeom>
          <a:ln w="19050" cap="flat">
            <a:solidFill>
              <a:srgbClr val="6C2C7E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AR"/>
          </a:p>
        </p:txBody>
      </p:sp>
      <p:sp>
        <p:nvSpPr>
          <p:cNvPr id="8" name="Freeform 8"/>
          <p:cNvSpPr/>
          <p:nvPr/>
        </p:nvSpPr>
        <p:spPr>
          <a:xfrm>
            <a:off x="6054028" y="9117803"/>
            <a:ext cx="646428" cy="616618"/>
          </a:xfrm>
          <a:custGeom>
            <a:avLst/>
            <a:gdLst/>
            <a:ahLst/>
            <a:cxnLst/>
            <a:rect l="l" t="t" r="r" b="b"/>
            <a:pathLst>
              <a:path w="480390" h="427014">
                <a:moveTo>
                  <a:pt x="0" y="0"/>
                </a:moveTo>
                <a:lnTo>
                  <a:pt x="480390" y="0"/>
                </a:lnTo>
                <a:lnTo>
                  <a:pt x="480390" y="427014"/>
                </a:lnTo>
                <a:lnTo>
                  <a:pt x="0" y="42701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AR"/>
          </a:p>
        </p:txBody>
      </p:sp>
      <p:grpSp>
        <p:nvGrpSpPr>
          <p:cNvPr id="9" name="Group 9"/>
          <p:cNvGrpSpPr/>
          <p:nvPr/>
        </p:nvGrpSpPr>
        <p:grpSpPr>
          <a:xfrm>
            <a:off x="316467" y="431976"/>
            <a:ext cx="2602773" cy="2568228"/>
            <a:chOff x="0" y="0"/>
            <a:chExt cx="1027780" cy="1014139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027780" cy="1014139"/>
            </a:xfrm>
            <a:custGeom>
              <a:avLst/>
              <a:gdLst/>
              <a:ahLst/>
              <a:cxnLst/>
              <a:rect l="l" t="t" r="r" b="b"/>
              <a:pathLst>
                <a:path w="1027780" h="1014139">
                  <a:moveTo>
                    <a:pt x="0" y="0"/>
                  </a:moveTo>
                  <a:lnTo>
                    <a:pt x="1027780" y="0"/>
                  </a:lnTo>
                  <a:lnTo>
                    <a:pt x="1027780" y="1014139"/>
                  </a:lnTo>
                  <a:lnTo>
                    <a:pt x="0" y="101413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A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57150"/>
              <a:ext cx="1027780" cy="1071289"/>
            </a:xfrm>
            <a:prstGeom prst="rect">
              <a:avLst/>
            </a:prstGeom>
          </p:spPr>
          <p:txBody>
            <a:bodyPr lIns="46104" tIns="46104" rIns="46104" bIns="46104" rtlCol="0" anchor="ctr"/>
            <a:lstStyle>
              <a:defPPr>
                <a:defRPr lang="en-US"/>
              </a:defPPr>
              <a:lvl1pPr marL="0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19938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839876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259815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679753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099691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519629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939567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359506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ts val="2274"/>
                </a:lnSpc>
              </a:pPr>
              <a:r>
                <a:rPr lang="en-US" sz="1625" b="1">
                  <a:solidFill>
                    <a:srgbClr val="000000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FOTO</a:t>
              </a:r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3519445" y="434668"/>
            <a:ext cx="3185963" cy="15240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9938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3987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59815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79753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99691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9629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39567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35950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4031"/>
              </a:lnSpc>
            </a:pPr>
            <a:r>
              <a:rPr lang="en-US" sz="2879" b="1" dirty="0">
                <a:solidFill>
                  <a:srgbClr val="5C378C"/>
                </a:solidFill>
                <a:latin typeface="Poppins Bold"/>
                <a:ea typeface="Poppins Bold"/>
                <a:cs typeface="Poppins Bold"/>
                <a:sym typeface="Poppins Bold"/>
              </a:rPr>
              <a:t>COLABORADOR PROPUESTO - </a:t>
            </a:r>
            <a:r>
              <a:rPr lang="es-AR" sz="2879" b="1" dirty="0">
                <a:solidFill>
                  <a:srgbClr val="5C378C"/>
                </a:solidFill>
                <a:latin typeface="Poppins Bold"/>
                <a:cs typeface="Poppins Bold"/>
              </a:rPr>
              <a:t>{{NOMBRE}}</a:t>
            </a:r>
            <a:endParaRPr lang="en-US" sz="2879" b="1" dirty="0">
              <a:solidFill>
                <a:srgbClr val="5C378C"/>
              </a:solidFill>
              <a:latin typeface="Poppins Bold"/>
              <a:cs typeface="Poppins Bold"/>
              <a:sym typeface="Poppins Bold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3507108" y="2369905"/>
            <a:ext cx="3196675" cy="2308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9938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3987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59815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79753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99691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9629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39567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35950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760"/>
              </a:lnSpc>
            </a:pPr>
            <a:r>
              <a:rPr lang="es-AR" sz="1600" b="1" dirty="0">
                <a:solidFill>
                  <a:srgbClr val="5C378C"/>
                </a:solidFill>
                <a:latin typeface="Poppins Bold"/>
                <a:cs typeface="Poppins Bold"/>
              </a:rPr>
              <a:t>{{PUESTO}}</a:t>
            </a:r>
            <a:endParaRPr lang="en-US" sz="1600" b="1" dirty="0">
              <a:solidFill>
                <a:srgbClr val="5C378C"/>
              </a:solidFill>
              <a:latin typeface="Poppins Bold"/>
              <a:cs typeface="Poppins Bold"/>
              <a:sym typeface="Poppins Bold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433007" y="3339106"/>
            <a:ext cx="2268949" cy="27866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9938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3987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59815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79753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99691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9629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39567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35950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lnSpc>
                <a:spcPts val="2268"/>
              </a:lnSpc>
              <a:buFont typeface="Arial"/>
              <a:buChar char="•"/>
            </a:pPr>
            <a:r>
              <a:rPr lang="es-AR" sz="1600" b="1" dirty="0">
                <a:solidFill>
                  <a:schemeClr val="bg1"/>
                </a:solidFill>
                <a:latin typeface="Poppins Bold"/>
                <a:cs typeface="Poppins Bold"/>
              </a:rPr>
              <a:t>{{PERFIL}}</a:t>
            </a:r>
            <a:endParaRPr lang="en-US" sz="1600" b="1" dirty="0">
              <a:solidFill>
                <a:schemeClr val="bg1"/>
              </a:solidFill>
              <a:latin typeface="Poppins Bold"/>
              <a:cs typeface="Poppins Bold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433007" y="6805629"/>
            <a:ext cx="2005393" cy="27879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9938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3987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59815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79753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99691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9629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39567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35950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l">
              <a:lnSpc>
                <a:spcPts val="2274"/>
              </a:lnSpc>
              <a:buFont typeface="Arial"/>
              <a:buChar char="•"/>
            </a:pPr>
            <a:r>
              <a:rPr lang="en-US" sz="1625" b="1" dirty="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{{EDUCACIÓN}}</a:t>
            </a:r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3519488" y="3337780"/>
            <a:ext cx="2534539" cy="2795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9938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3987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59815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79753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99691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9629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39567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35950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lnSpc>
                <a:spcPts val="2274"/>
              </a:lnSpc>
              <a:buFont typeface="Arial"/>
              <a:buChar char="•"/>
            </a:pPr>
            <a:r>
              <a:rPr lang="en-US" sz="1625" b="1" dirty="0">
                <a:solidFill>
                  <a:srgbClr val="5C378C"/>
                </a:solidFill>
                <a:ea typeface="Poppins Bold"/>
                <a:cs typeface="Poppins Bold"/>
                <a:sym typeface="Poppins Bold"/>
              </a:rPr>
              <a:t>  </a:t>
            </a:r>
            <a:r>
              <a:rPr lang="es-AR" sz="1625" b="1" dirty="0">
                <a:solidFill>
                  <a:srgbClr val="5C378C"/>
                </a:solidFill>
                <a:cs typeface="Poppins Bold"/>
              </a:rPr>
              <a:t>{{EXPERIENCIA_1_2}}</a:t>
            </a:r>
            <a:endParaRPr lang="en-US" sz="1625" b="1" dirty="0">
              <a:solidFill>
                <a:srgbClr val="5C378C"/>
              </a:solidFill>
              <a:cs typeface="Poppins Bold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433007" y="4954443"/>
            <a:ext cx="2409155" cy="2795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9938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3987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59815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79753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99691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9629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39567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35950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l">
              <a:lnSpc>
                <a:spcPts val="2274"/>
              </a:lnSpc>
              <a:buFont typeface="Arial"/>
              <a:buChar char="•"/>
            </a:pPr>
            <a:r>
              <a:rPr lang="en-US" sz="1600" b="1" dirty="0">
                <a:solidFill>
                  <a:schemeClr val="bg1"/>
                </a:solidFill>
                <a:latin typeface="Poppins Bold"/>
                <a:ea typeface="Poppins Bold"/>
                <a:cs typeface="Poppins Bold"/>
                <a:sym typeface="Poppins Bold"/>
              </a:rPr>
              <a:t>{{HABILIDADES}}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433007" y="8656815"/>
            <a:ext cx="1820767" cy="2795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9938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3987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59815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79753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99691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9629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39567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35950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l">
              <a:lnSpc>
                <a:spcPts val="2274"/>
              </a:lnSpc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{{IDIOMAS}}</a:t>
            </a:r>
            <a:endParaRPr lang="en-US" sz="1600" dirty="0">
              <a:solidFill>
                <a:srgbClr val="FFFFFF"/>
              </a:solidFill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5A04C-058D-992A-CBCD-BFC4FBADF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D226A8AC-1700-1032-97CD-CB38B5F85A7B}"/>
              </a:ext>
            </a:extLst>
          </p:cNvPr>
          <p:cNvGrpSpPr/>
          <p:nvPr/>
        </p:nvGrpSpPr>
        <p:grpSpPr>
          <a:xfrm>
            <a:off x="0" y="-4718"/>
            <a:ext cx="3234970" cy="9907975"/>
            <a:chOff x="0" y="0"/>
            <a:chExt cx="1277421" cy="3831771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41899D1B-B1FC-CA67-EB3A-E751CC357CAB}"/>
                </a:ext>
              </a:extLst>
            </p:cNvPr>
            <p:cNvSpPr/>
            <p:nvPr/>
          </p:nvSpPr>
          <p:spPr>
            <a:xfrm>
              <a:off x="0" y="0"/>
              <a:ext cx="1277421" cy="3831772"/>
            </a:xfrm>
            <a:custGeom>
              <a:avLst/>
              <a:gdLst/>
              <a:ahLst/>
              <a:cxnLst/>
              <a:rect l="l" t="t" r="r" b="b"/>
              <a:pathLst>
                <a:path w="1277421" h="3831772">
                  <a:moveTo>
                    <a:pt x="0" y="0"/>
                  </a:moveTo>
                  <a:lnTo>
                    <a:pt x="1277421" y="0"/>
                  </a:lnTo>
                  <a:lnTo>
                    <a:pt x="1277421" y="3831772"/>
                  </a:lnTo>
                  <a:lnTo>
                    <a:pt x="0" y="3831772"/>
                  </a:lnTo>
                  <a:close/>
                </a:path>
              </a:pathLst>
            </a:custGeom>
            <a:gradFill rotWithShape="1">
              <a:gsLst>
                <a:gs pos="0">
                  <a:srgbClr val="59388F">
                    <a:alpha val="100000"/>
                  </a:srgbClr>
                </a:gs>
                <a:gs pos="100000">
                  <a:srgbClr val="CD0E8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s-A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8DD0EBDE-48D0-531E-EBBF-A59D95AF1C5C}"/>
                </a:ext>
              </a:extLst>
            </p:cNvPr>
            <p:cNvSpPr txBox="1"/>
            <p:nvPr/>
          </p:nvSpPr>
          <p:spPr>
            <a:xfrm>
              <a:off x="0" y="-28575"/>
              <a:ext cx="1277421" cy="3860346"/>
            </a:xfrm>
            <a:prstGeom prst="rect">
              <a:avLst/>
            </a:prstGeom>
          </p:spPr>
          <p:txBody>
            <a:bodyPr lIns="46104" tIns="46104" rIns="46104" bIns="46104" rtlCol="0" anchor="ctr"/>
            <a:lstStyle>
              <a:defPPr>
                <a:defRPr lang="en-US"/>
              </a:defPPr>
              <a:lvl1pPr marL="0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19938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839876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259815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679753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099691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519629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939567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359506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ts val="1398"/>
                </a:lnSpc>
              </a:pPr>
              <a:endParaRPr sz="1500"/>
            </a:p>
          </p:txBody>
        </p:sp>
      </p:grpSp>
      <p:sp>
        <p:nvSpPr>
          <p:cNvPr id="7" name="AutoShape 7">
            <a:extLst>
              <a:ext uri="{FF2B5EF4-FFF2-40B4-BE49-F238E27FC236}">
                <a16:creationId xmlns:a16="http://schemas.microsoft.com/office/drawing/2014/main" id="{8DC18CF8-53C5-1E31-76C1-5CFE8594E6C2}"/>
              </a:ext>
            </a:extLst>
          </p:cNvPr>
          <p:cNvSpPr/>
          <p:nvPr/>
        </p:nvSpPr>
        <p:spPr>
          <a:xfrm>
            <a:off x="3349881" y="2999752"/>
            <a:ext cx="3514180" cy="0"/>
          </a:xfrm>
          <a:prstGeom prst="line">
            <a:avLst/>
          </a:prstGeom>
          <a:ln w="19050" cap="flat">
            <a:solidFill>
              <a:srgbClr val="6C2C7E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AR"/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FBF81953-59F8-0479-C205-9ABE35D279DC}"/>
              </a:ext>
            </a:extLst>
          </p:cNvPr>
          <p:cNvSpPr/>
          <p:nvPr/>
        </p:nvSpPr>
        <p:spPr>
          <a:xfrm>
            <a:off x="6054028" y="9117803"/>
            <a:ext cx="646428" cy="616618"/>
          </a:xfrm>
          <a:custGeom>
            <a:avLst/>
            <a:gdLst/>
            <a:ahLst/>
            <a:cxnLst/>
            <a:rect l="l" t="t" r="r" b="b"/>
            <a:pathLst>
              <a:path w="480390" h="427014">
                <a:moveTo>
                  <a:pt x="0" y="0"/>
                </a:moveTo>
                <a:lnTo>
                  <a:pt x="480390" y="0"/>
                </a:lnTo>
                <a:lnTo>
                  <a:pt x="480390" y="427014"/>
                </a:lnTo>
                <a:lnTo>
                  <a:pt x="0" y="42701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AR"/>
          </a:p>
        </p:txBody>
      </p:sp>
      <p:grpSp>
        <p:nvGrpSpPr>
          <p:cNvPr id="9" name="Group 9">
            <a:extLst>
              <a:ext uri="{FF2B5EF4-FFF2-40B4-BE49-F238E27FC236}">
                <a16:creationId xmlns:a16="http://schemas.microsoft.com/office/drawing/2014/main" id="{E973C82B-6DE7-9068-28D4-07F6DF125A06}"/>
              </a:ext>
            </a:extLst>
          </p:cNvPr>
          <p:cNvGrpSpPr/>
          <p:nvPr/>
        </p:nvGrpSpPr>
        <p:grpSpPr>
          <a:xfrm>
            <a:off x="316467" y="431976"/>
            <a:ext cx="2602773" cy="2568228"/>
            <a:chOff x="0" y="0"/>
            <a:chExt cx="1027780" cy="1014139"/>
          </a:xfrm>
        </p:grpSpPr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25136B9F-8EAE-60CE-4FDE-FB4C2DD6C89E}"/>
                </a:ext>
              </a:extLst>
            </p:cNvPr>
            <p:cNvSpPr/>
            <p:nvPr/>
          </p:nvSpPr>
          <p:spPr>
            <a:xfrm>
              <a:off x="0" y="0"/>
              <a:ext cx="1027780" cy="1014139"/>
            </a:xfrm>
            <a:custGeom>
              <a:avLst/>
              <a:gdLst/>
              <a:ahLst/>
              <a:cxnLst/>
              <a:rect l="l" t="t" r="r" b="b"/>
              <a:pathLst>
                <a:path w="1027780" h="1014139">
                  <a:moveTo>
                    <a:pt x="0" y="0"/>
                  </a:moveTo>
                  <a:lnTo>
                    <a:pt x="1027780" y="0"/>
                  </a:lnTo>
                  <a:lnTo>
                    <a:pt x="1027780" y="1014139"/>
                  </a:lnTo>
                  <a:lnTo>
                    <a:pt x="0" y="101413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AR"/>
            </a:p>
          </p:txBody>
        </p:sp>
        <p:sp>
          <p:nvSpPr>
            <p:cNvPr id="11" name="TextBox 11">
              <a:extLst>
                <a:ext uri="{FF2B5EF4-FFF2-40B4-BE49-F238E27FC236}">
                  <a16:creationId xmlns:a16="http://schemas.microsoft.com/office/drawing/2014/main" id="{3B145429-F543-ACBD-D4BF-6CB1AE959DE5}"/>
                </a:ext>
              </a:extLst>
            </p:cNvPr>
            <p:cNvSpPr txBox="1"/>
            <p:nvPr/>
          </p:nvSpPr>
          <p:spPr>
            <a:xfrm>
              <a:off x="0" y="-57150"/>
              <a:ext cx="1027780" cy="1071289"/>
            </a:xfrm>
            <a:prstGeom prst="rect">
              <a:avLst/>
            </a:prstGeom>
          </p:spPr>
          <p:txBody>
            <a:bodyPr lIns="46104" tIns="46104" rIns="46104" bIns="46104" rtlCol="0" anchor="ctr"/>
            <a:lstStyle>
              <a:defPPr>
                <a:defRPr lang="en-US"/>
              </a:defPPr>
              <a:lvl1pPr marL="0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19938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839876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259815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679753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099691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519629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939567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359506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ts val="2274"/>
                </a:lnSpc>
              </a:pPr>
              <a:r>
                <a:rPr lang="en-US" sz="1625" b="1">
                  <a:solidFill>
                    <a:srgbClr val="000000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FOTO</a:t>
              </a:r>
            </a:p>
          </p:txBody>
        </p:sp>
      </p:grpSp>
      <p:sp>
        <p:nvSpPr>
          <p:cNvPr id="12" name="TextBox 12">
            <a:extLst>
              <a:ext uri="{FF2B5EF4-FFF2-40B4-BE49-F238E27FC236}">
                <a16:creationId xmlns:a16="http://schemas.microsoft.com/office/drawing/2014/main" id="{60365B55-E7DA-3529-4805-B7F4FC737DDA}"/>
              </a:ext>
            </a:extLst>
          </p:cNvPr>
          <p:cNvSpPr txBox="1"/>
          <p:nvPr/>
        </p:nvSpPr>
        <p:spPr>
          <a:xfrm>
            <a:off x="3519445" y="434668"/>
            <a:ext cx="3185963" cy="15240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9938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3987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59815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79753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99691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9629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39567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35950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4031"/>
              </a:lnSpc>
            </a:pPr>
            <a:r>
              <a:rPr lang="en-US" sz="2879" b="1" dirty="0">
                <a:solidFill>
                  <a:srgbClr val="5C378C"/>
                </a:solidFill>
                <a:latin typeface="Poppins Bold"/>
                <a:ea typeface="Poppins Bold"/>
                <a:cs typeface="Poppins Bold"/>
                <a:sym typeface="Poppins Bold"/>
              </a:rPr>
              <a:t>COLABORADOR PROPUESTO - </a:t>
            </a:r>
            <a:r>
              <a:rPr lang="es-AR" sz="2879" b="1" dirty="0">
                <a:solidFill>
                  <a:srgbClr val="5C378C"/>
                </a:solidFill>
                <a:latin typeface="Poppins Bold"/>
                <a:cs typeface="Poppins Bold"/>
              </a:rPr>
              <a:t>{{NOMBRE}}</a:t>
            </a:r>
            <a:endParaRPr lang="en-US" sz="2879" b="1" dirty="0">
              <a:solidFill>
                <a:srgbClr val="5C378C"/>
              </a:solidFill>
              <a:latin typeface="Poppins Bold"/>
              <a:cs typeface="Poppins Bold"/>
              <a:sym typeface="Poppins Bold"/>
            </a:endParaRP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E82D230F-F284-EA3A-80E5-F52551A8770B}"/>
              </a:ext>
            </a:extLst>
          </p:cNvPr>
          <p:cNvSpPr txBox="1"/>
          <p:nvPr/>
        </p:nvSpPr>
        <p:spPr>
          <a:xfrm>
            <a:off x="3507108" y="2369905"/>
            <a:ext cx="3196675" cy="2308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9938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3987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59815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79753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99691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9629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39567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35950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760"/>
              </a:lnSpc>
            </a:pPr>
            <a:r>
              <a:rPr lang="es-AR" sz="1600" b="1" dirty="0">
                <a:solidFill>
                  <a:srgbClr val="5C378C"/>
                </a:solidFill>
                <a:latin typeface="Poppins Bold"/>
                <a:cs typeface="Poppins Bold"/>
              </a:rPr>
              <a:t>{{PUESTO}}</a:t>
            </a:r>
            <a:endParaRPr lang="en-US" sz="1600" b="1" dirty="0">
              <a:solidFill>
                <a:srgbClr val="5C378C"/>
              </a:solidFill>
              <a:latin typeface="Poppins Bold"/>
              <a:cs typeface="Poppins Bold"/>
              <a:sym typeface="Poppins Bold"/>
            </a:endParaRP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D5087085-BDD4-7AA2-7E11-AEDCCBDF3753}"/>
              </a:ext>
            </a:extLst>
          </p:cNvPr>
          <p:cNvSpPr txBox="1"/>
          <p:nvPr/>
        </p:nvSpPr>
        <p:spPr>
          <a:xfrm>
            <a:off x="3519488" y="3337780"/>
            <a:ext cx="2534539" cy="2795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9938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3987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59815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79753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99691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9629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39567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35950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lnSpc>
                <a:spcPts val="2274"/>
              </a:lnSpc>
              <a:buFont typeface="Arial"/>
              <a:buChar char="•"/>
            </a:pPr>
            <a:r>
              <a:rPr lang="en-US" sz="1625" b="1" dirty="0">
                <a:solidFill>
                  <a:srgbClr val="5C378C"/>
                </a:solidFill>
                <a:ea typeface="Poppins Bold"/>
                <a:cs typeface="Poppins Bold"/>
                <a:sym typeface="Poppins Bold"/>
              </a:rPr>
              <a:t>  </a:t>
            </a:r>
            <a:r>
              <a:rPr lang="es-AR" sz="1625" b="1" dirty="0">
                <a:solidFill>
                  <a:srgbClr val="5C378C"/>
                </a:solidFill>
                <a:cs typeface="Poppins Bold"/>
              </a:rPr>
              <a:t>{{EXPERIENCIA_RESTO}}</a:t>
            </a:r>
            <a:endParaRPr lang="en-US" sz="1625" b="1" dirty="0">
              <a:solidFill>
                <a:srgbClr val="5C378C"/>
              </a:solidFill>
              <a:cs typeface="Poppins Bold"/>
            </a:endParaRPr>
          </a:p>
        </p:txBody>
      </p:sp>
    </p:spTree>
    <p:extLst>
      <p:ext uri="{BB962C8B-B14F-4D97-AF65-F5344CB8AC3E}">
        <p14:creationId xmlns:p14="http://schemas.microsoft.com/office/powerpoint/2010/main" val="34786064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4F8E09-C94E-492D-404D-62EAF13B73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9EF027E7-E03F-12DC-868D-3415A4BBA822}"/>
              </a:ext>
            </a:extLst>
          </p:cNvPr>
          <p:cNvGrpSpPr/>
          <p:nvPr/>
        </p:nvGrpSpPr>
        <p:grpSpPr>
          <a:xfrm>
            <a:off x="0" y="-4718"/>
            <a:ext cx="3234970" cy="9907975"/>
            <a:chOff x="0" y="0"/>
            <a:chExt cx="1277421" cy="3831771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182530B4-0BF0-79E7-FFE6-DF0CA863E025}"/>
                </a:ext>
              </a:extLst>
            </p:cNvPr>
            <p:cNvSpPr/>
            <p:nvPr/>
          </p:nvSpPr>
          <p:spPr>
            <a:xfrm>
              <a:off x="0" y="0"/>
              <a:ext cx="1277421" cy="3831772"/>
            </a:xfrm>
            <a:custGeom>
              <a:avLst/>
              <a:gdLst/>
              <a:ahLst/>
              <a:cxnLst/>
              <a:rect l="l" t="t" r="r" b="b"/>
              <a:pathLst>
                <a:path w="1277421" h="3831772">
                  <a:moveTo>
                    <a:pt x="0" y="0"/>
                  </a:moveTo>
                  <a:lnTo>
                    <a:pt x="1277421" y="0"/>
                  </a:lnTo>
                  <a:lnTo>
                    <a:pt x="1277421" y="3831772"/>
                  </a:lnTo>
                  <a:lnTo>
                    <a:pt x="0" y="3831772"/>
                  </a:lnTo>
                  <a:close/>
                </a:path>
              </a:pathLst>
            </a:custGeom>
            <a:gradFill rotWithShape="1">
              <a:gsLst>
                <a:gs pos="0">
                  <a:srgbClr val="59388F">
                    <a:alpha val="100000"/>
                  </a:srgbClr>
                </a:gs>
                <a:gs pos="100000">
                  <a:srgbClr val="CD0E8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s-A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9D6BB2DF-2D39-288B-8570-52035C9E85D9}"/>
                </a:ext>
              </a:extLst>
            </p:cNvPr>
            <p:cNvSpPr txBox="1"/>
            <p:nvPr/>
          </p:nvSpPr>
          <p:spPr>
            <a:xfrm>
              <a:off x="0" y="-28575"/>
              <a:ext cx="1277421" cy="3860346"/>
            </a:xfrm>
            <a:prstGeom prst="rect">
              <a:avLst/>
            </a:prstGeom>
          </p:spPr>
          <p:txBody>
            <a:bodyPr lIns="46104" tIns="46104" rIns="46104" bIns="46104" rtlCol="0" anchor="ctr"/>
            <a:lstStyle>
              <a:defPPr>
                <a:defRPr lang="en-US"/>
              </a:defPPr>
              <a:lvl1pPr marL="0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19938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839876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259815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679753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099691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519629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939567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359506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ts val="1398"/>
                </a:lnSpc>
              </a:pPr>
              <a:endParaRPr sz="1500"/>
            </a:p>
          </p:txBody>
        </p:sp>
      </p:grpSp>
      <p:sp>
        <p:nvSpPr>
          <p:cNvPr id="7" name="AutoShape 7">
            <a:extLst>
              <a:ext uri="{FF2B5EF4-FFF2-40B4-BE49-F238E27FC236}">
                <a16:creationId xmlns:a16="http://schemas.microsoft.com/office/drawing/2014/main" id="{5808811F-792F-3656-021C-E8A7F5A8E65C}"/>
              </a:ext>
            </a:extLst>
          </p:cNvPr>
          <p:cNvSpPr/>
          <p:nvPr/>
        </p:nvSpPr>
        <p:spPr>
          <a:xfrm>
            <a:off x="3349881" y="2999752"/>
            <a:ext cx="3514180" cy="0"/>
          </a:xfrm>
          <a:prstGeom prst="line">
            <a:avLst/>
          </a:prstGeom>
          <a:ln w="19050" cap="flat">
            <a:solidFill>
              <a:srgbClr val="6C2C7E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s-AR"/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4989AF5F-85BD-1FA0-F51D-324B3FECF77D}"/>
              </a:ext>
            </a:extLst>
          </p:cNvPr>
          <p:cNvSpPr/>
          <p:nvPr/>
        </p:nvSpPr>
        <p:spPr>
          <a:xfrm>
            <a:off x="6054028" y="9117803"/>
            <a:ext cx="646428" cy="616618"/>
          </a:xfrm>
          <a:custGeom>
            <a:avLst/>
            <a:gdLst/>
            <a:ahLst/>
            <a:cxnLst/>
            <a:rect l="l" t="t" r="r" b="b"/>
            <a:pathLst>
              <a:path w="480390" h="427014">
                <a:moveTo>
                  <a:pt x="0" y="0"/>
                </a:moveTo>
                <a:lnTo>
                  <a:pt x="480390" y="0"/>
                </a:lnTo>
                <a:lnTo>
                  <a:pt x="480390" y="427014"/>
                </a:lnTo>
                <a:lnTo>
                  <a:pt x="0" y="42701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s-AR"/>
          </a:p>
        </p:txBody>
      </p:sp>
      <p:grpSp>
        <p:nvGrpSpPr>
          <p:cNvPr id="9" name="Group 9">
            <a:extLst>
              <a:ext uri="{FF2B5EF4-FFF2-40B4-BE49-F238E27FC236}">
                <a16:creationId xmlns:a16="http://schemas.microsoft.com/office/drawing/2014/main" id="{84345D80-C7A1-B8B2-7199-33605EABA313}"/>
              </a:ext>
            </a:extLst>
          </p:cNvPr>
          <p:cNvGrpSpPr/>
          <p:nvPr/>
        </p:nvGrpSpPr>
        <p:grpSpPr>
          <a:xfrm>
            <a:off x="316467" y="431976"/>
            <a:ext cx="2602773" cy="2568228"/>
            <a:chOff x="0" y="0"/>
            <a:chExt cx="1027780" cy="1014139"/>
          </a:xfrm>
        </p:grpSpPr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358A9DF9-534A-5F94-CE4C-1DCA56AE4CBB}"/>
                </a:ext>
              </a:extLst>
            </p:cNvPr>
            <p:cNvSpPr/>
            <p:nvPr/>
          </p:nvSpPr>
          <p:spPr>
            <a:xfrm>
              <a:off x="0" y="0"/>
              <a:ext cx="1027780" cy="1014139"/>
            </a:xfrm>
            <a:custGeom>
              <a:avLst/>
              <a:gdLst/>
              <a:ahLst/>
              <a:cxnLst/>
              <a:rect l="l" t="t" r="r" b="b"/>
              <a:pathLst>
                <a:path w="1027780" h="1014139">
                  <a:moveTo>
                    <a:pt x="0" y="0"/>
                  </a:moveTo>
                  <a:lnTo>
                    <a:pt x="1027780" y="0"/>
                  </a:lnTo>
                  <a:lnTo>
                    <a:pt x="1027780" y="1014139"/>
                  </a:lnTo>
                  <a:lnTo>
                    <a:pt x="0" y="1014139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s-AR"/>
            </a:p>
          </p:txBody>
        </p:sp>
        <p:sp>
          <p:nvSpPr>
            <p:cNvPr id="11" name="TextBox 11">
              <a:extLst>
                <a:ext uri="{FF2B5EF4-FFF2-40B4-BE49-F238E27FC236}">
                  <a16:creationId xmlns:a16="http://schemas.microsoft.com/office/drawing/2014/main" id="{463F3ED8-CFCB-D35B-40A9-60F4722723D8}"/>
                </a:ext>
              </a:extLst>
            </p:cNvPr>
            <p:cNvSpPr txBox="1"/>
            <p:nvPr/>
          </p:nvSpPr>
          <p:spPr>
            <a:xfrm>
              <a:off x="0" y="-57150"/>
              <a:ext cx="1027780" cy="1071289"/>
            </a:xfrm>
            <a:prstGeom prst="rect">
              <a:avLst/>
            </a:prstGeom>
          </p:spPr>
          <p:txBody>
            <a:bodyPr lIns="46104" tIns="46104" rIns="46104" bIns="46104" rtlCol="0" anchor="ctr"/>
            <a:lstStyle>
              <a:defPPr>
                <a:defRPr lang="en-US"/>
              </a:defPPr>
              <a:lvl1pPr marL="0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19938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839876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259815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679753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099691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519629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939567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359506" algn="l" defTabSz="839876" rtl="0" eaLnBrk="1" latinLnBrk="0" hangingPunct="1">
                <a:defRPr sz="1653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>
                <a:lnSpc>
                  <a:spcPts val="2274"/>
                </a:lnSpc>
              </a:pPr>
              <a:r>
                <a:rPr lang="en-US" sz="1625" b="1">
                  <a:solidFill>
                    <a:srgbClr val="000000"/>
                  </a:solidFill>
                  <a:latin typeface="Poppins Bold"/>
                  <a:ea typeface="Poppins Bold"/>
                  <a:cs typeface="Poppins Bold"/>
                  <a:sym typeface="Poppins Bold"/>
                </a:rPr>
                <a:t>FOTO</a:t>
              </a:r>
            </a:p>
          </p:txBody>
        </p:sp>
      </p:grpSp>
      <p:sp>
        <p:nvSpPr>
          <p:cNvPr id="12" name="TextBox 12">
            <a:extLst>
              <a:ext uri="{FF2B5EF4-FFF2-40B4-BE49-F238E27FC236}">
                <a16:creationId xmlns:a16="http://schemas.microsoft.com/office/drawing/2014/main" id="{D08B7FF6-BE27-9BB2-5859-A40AC450BCB6}"/>
              </a:ext>
            </a:extLst>
          </p:cNvPr>
          <p:cNvSpPr txBox="1"/>
          <p:nvPr/>
        </p:nvSpPr>
        <p:spPr>
          <a:xfrm>
            <a:off x="3519445" y="434668"/>
            <a:ext cx="3185963" cy="152407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9938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3987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59815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79753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99691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9629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39567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35950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4031"/>
              </a:lnSpc>
            </a:pPr>
            <a:r>
              <a:rPr lang="en-US" sz="2879" b="1" dirty="0">
                <a:solidFill>
                  <a:srgbClr val="5C378C"/>
                </a:solidFill>
                <a:latin typeface="Poppins Bold"/>
                <a:ea typeface="Poppins Bold"/>
                <a:cs typeface="Poppins Bold"/>
                <a:sym typeface="Poppins Bold"/>
              </a:rPr>
              <a:t>COLABORADOR PROPUESTO - </a:t>
            </a:r>
            <a:r>
              <a:rPr lang="es-AR" sz="2879" b="1" dirty="0">
                <a:solidFill>
                  <a:srgbClr val="5C378C"/>
                </a:solidFill>
                <a:latin typeface="Poppins Bold"/>
                <a:cs typeface="Poppins Bold"/>
              </a:rPr>
              <a:t>{{NOMBRE}}</a:t>
            </a:r>
            <a:endParaRPr lang="en-US" sz="2879" b="1" dirty="0">
              <a:solidFill>
                <a:srgbClr val="5C378C"/>
              </a:solidFill>
              <a:latin typeface="Poppins Bold"/>
              <a:cs typeface="Poppins Bold"/>
              <a:sym typeface="Poppins Bold"/>
            </a:endParaRP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7110E52-4C97-3AC9-D09B-4D646F417DCC}"/>
              </a:ext>
            </a:extLst>
          </p:cNvPr>
          <p:cNvSpPr txBox="1"/>
          <p:nvPr/>
        </p:nvSpPr>
        <p:spPr>
          <a:xfrm>
            <a:off x="3507108" y="2369905"/>
            <a:ext cx="3196675" cy="2308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9938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3987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59815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79753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99691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9629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39567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35950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760"/>
              </a:lnSpc>
            </a:pPr>
            <a:r>
              <a:rPr lang="es-AR" sz="1600" b="1" dirty="0">
                <a:solidFill>
                  <a:srgbClr val="5C378C"/>
                </a:solidFill>
                <a:latin typeface="Poppins Bold"/>
                <a:cs typeface="Poppins Bold"/>
              </a:rPr>
              <a:t>{{PUESTO}}</a:t>
            </a:r>
            <a:endParaRPr lang="en-US" sz="1600" b="1" dirty="0">
              <a:solidFill>
                <a:srgbClr val="5C378C"/>
              </a:solidFill>
              <a:latin typeface="Poppins Bold"/>
              <a:cs typeface="Poppins Bold"/>
              <a:sym typeface="Poppins Bold"/>
            </a:endParaRP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7B184D02-0570-3C40-0B7F-EABC36EBC4C9}"/>
              </a:ext>
            </a:extLst>
          </p:cNvPr>
          <p:cNvSpPr txBox="1"/>
          <p:nvPr/>
        </p:nvSpPr>
        <p:spPr>
          <a:xfrm>
            <a:off x="3519488" y="3337780"/>
            <a:ext cx="2534539" cy="2795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marL="0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19938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3987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59815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79753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99691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9629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39567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359506" algn="l" defTabSz="839876" rtl="0" eaLnBrk="1" latinLnBrk="0" hangingPunct="1">
              <a:defRPr sz="1653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lnSpc>
                <a:spcPts val="2274"/>
              </a:lnSpc>
              <a:buFont typeface="Arial"/>
              <a:buChar char="•"/>
            </a:pPr>
            <a:r>
              <a:rPr lang="en-US" sz="1625" b="1" dirty="0">
                <a:solidFill>
                  <a:srgbClr val="5C378C"/>
                </a:solidFill>
                <a:ea typeface="Poppins Bold"/>
                <a:cs typeface="Poppins Bold"/>
                <a:sym typeface="Poppins Bold"/>
              </a:rPr>
              <a:t> </a:t>
            </a:r>
            <a:r>
              <a:rPr lang="es-AR" sz="1625" b="1" dirty="0">
                <a:solidFill>
                  <a:srgbClr val="5C378C"/>
                </a:solidFill>
                <a:cs typeface="Poppins Bold"/>
              </a:rPr>
              <a:t>{{EXPERIENCIA_RESTO}}</a:t>
            </a:r>
            <a:endParaRPr lang="en-US" sz="1625" b="1" dirty="0">
              <a:solidFill>
                <a:srgbClr val="5C378C"/>
              </a:solidFill>
              <a:cs typeface="Poppins Bold"/>
            </a:endParaRPr>
          </a:p>
        </p:txBody>
      </p:sp>
    </p:spTree>
    <p:extLst>
      <p:ext uri="{BB962C8B-B14F-4D97-AF65-F5344CB8AC3E}">
        <p14:creationId xmlns:p14="http://schemas.microsoft.com/office/powerpoint/2010/main" val="16891656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60</Words>
  <Application>Microsoft Office PowerPoint</Application>
  <PresentationFormat>A4 (210 x 297 mm)</PresentationFormat>
  <Paragraphs>16</Paragraphs>
  <Slides>3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</vt:i4>
      </vt:variant>
    </vt:vector>
  </HeadingPairs>
  <TitlesOfParts>
    <vt:vector size="7" baseType="lpstr">
      <vt:lpstr>Calibri</vt:lpstr>
      <vt:lpstr>Arial</vt:lpstr>
      <vt:lpstr>Poppins Bold</vt:lpstr>
      <vt:lpstr>Office Theme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Currículo Advogado Trabalhista Minimalista Preto e Branco</dc:title>
  <cp:lastModifiedBy>Gabriel Cánepa</cp:lastModifiedBy>
  <cp:revision>36</cp:revision>
  <dcterms:created xsi:type="dcterms:W3CDTF">2006-08-16T00:00:00Z</dcterms:created>
  <dcterms:modified xsi:type="dcterms:W3CDTF">2026-02-19T12:35:07Z</dcterms:modified>
  <dc:identifier>DAHBH2zSDKQ</dc:identifier>
</cp:coreProperties>
</file>