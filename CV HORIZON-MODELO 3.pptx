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9" r:id="rId3"/>
    <p:sldId id="260" r:id="rId4"/>
  </p:sldIdLst>
  <p:sldSz cx="6858000" cy="9906000" type="A4"/>
  <p:notesSz cx="6858000" cy="9144000"/>
  <p:embeddedFontLst>
    <p:embeddedFont>
      <p:font typeface="Poppins Bold" panose="020B0604020202020204" charset="0"/>
      <p:regular r:id="rId5"/>
      <p:bold r:id="rId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01" userDrawn="1">
          <p15:clr>
            <a:srgbClr val="A4A3A4"/>
          </p15:clr>
        </p15:guide>
        <p15:guide id="2" pos="26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3AEC09F-7B3C-BAB8-8307-D95A6DCC551B}" v="55" dt="2026-02-12T15:37:03.9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2674" y="158"/>
      </p:cViewPr>
      <p:guideLst>
        <p:guide orient="horz" pos="2001"/>
        <p:guide pos="261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microsoft.com/office/2015/10/relationships/revisionInfo" Target="revisionInfo.xml"/><Relationship Id="rId5" Type="http://schemas.openxmlformats.org/officeDocument/2006/relationships/font" Target="fonts/font1.fntdata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2407" y="1973553"/>
            <a:ext cx="7053943" cy="136178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44814" y="3600043"/>
            <a:ext cx="5809129" cy="162354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49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9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448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598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747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897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046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196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544" y="4082402"/>
            <a:ext cx="7053943" cy="1261780"/>
          </a:xfrm>
        </p:spPr>
        <p:txBody>
          <a:bodyPr anchor="t"/>
          <a:lstStyle>
            <a:lvl1pPr algn="l">
              <a:defRPr sz="363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5544" y="2692680"/>
            <a:ext cx="7053943" cy="1389722"/>
          </a:xfrm>
        </p:spPr>
        <p:txBody>
          <a:bodyPr anchor="b"/>
          <a:lstStyle>
            <a:lvl1pPr marL="0" indent="0">
              <a:buNone/>
              <a:defRPr sz="1815">
                <a:solidFill>
                  <a:schemeClr val="tx1">
                    <a:tint val="75000"/>
                  </a:schemeClr>
                </a:solidFill>
              </a:defRPr>
            </a:lvl1pPr>
            <a:lvl2pPr marL="414955" indent="0">
              <a:buNone/>
              <a:defRPr sz="1634">
                <a:solidFill>
                  <a:schemeClr val="tx1">
                    <a:tint val="75000"/>
                  </a:schemeClr>
                </a:solidFill>
              </a:defRPr>
            </a:lvl2pPr>
            <a:lvl3pPr marL="829909" indent="0">
              <a:buNone/>
              <a:defRPr sz="1452">
                <a:solidFill>
                  <a:schemeClr val="tx1">
                    <a:tint val="75000"/>
                  </a:schemeClr>
                </a:solidFill>
              </a:defRPr>
            </a:lvl3pPr>
            <a:lvl4pPr marL="1244864" indent="0">
              <a:buNone/>
              <a:defRPr sz="1271">
                <a:solidFill>
                  <a:schemeClr val="tx1">
                    <a:tint val="75000"/>
                  </a:schemeClr>
                </a:solidFill>
              </a:defRPr>
            </a:lvl4pPr>
            <a:lvl5pPr marL="1659819" indent="0">
              <a:buNone/>
              <a:defRPr sz="1271">
                <a:solidFill>
                  <a:schemeClr val="tx1">
                    <a:tint val="75000"/>
                  </a:schemeClr>
                </a:solidFill>
              </a:defRPr>
            </a:lvl5pPr>
            <a:lvl6pPr marL="2074774" indent="0">
              <a:buNone/>
              <a:defRPr sz="1271">
                <a:solidFill>
                  <a:schemeClr val="tx1">
                    <a:tint val="75000"/>
                  </a:schemeClr>
                </a:solidFill>
              </a:defRPr>
            </a:lvl6pPr>
            <a:lvl7pPr marL="2489728" indent="0">
              <a:buNone/>
              <a:defRPr sz="1271">
                <a:solidFill>
                  <a:schemeClr val="tx1">
                    <a:tint val="75000"/>
                  </a:schemeClr>
                </a:solidFill>
              </a:defRPr>
            </a:lvl7pPr>
            <a:lvl8pPr marL="2904683" indent="0">
              <a:buNone/>
              <a:defRPr sz="1271">
                <a:solidFill>
                  <a:schemeClr val="tx1">
                    <a:tint val="75000"/>
                  </a:schemeClr>
                </a:solidFill>
              </a:defRPr>
            </a:lvl8pPr>
            <a:lvl9pPr marL="3319638" indent="0">
              <a:buNone/>
              <a:defRPr sz="127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4938" y="1482371"/>
            <a:ext cx="3665284" cy="4192697"/>
          </a:xfrm>
        </p:spPr>
        <p:txBody>
          <a:bodyPr/>
          <a:lstStyle>
            <a:lvl1pPr>
              <a:defRPr sz="2541"/>
            </a:lvl1pPr>
            <a:lvl2pPr>
              <a:defRPr sz="2178"/>
            </a:lvl2pPr>
            <a:lvl3pPr>
              <a:defRPr sz="1815"/>
            </a:lvl3pPr>
            <a:lvl4pPr>
              <a:defRPr sz="1634"/>
            </a:lvl4pPr>
            <a:lvl5pPr>
              <a:defRPr sz="1634"/>
            </a:lvl5pPr>
            <a:lvl6pPr>
              <a:defRPr sz="1634"/>
            </a:lvl6pPr>
            <a:lvl7pPr>
              <a:defRPr sz="1634"/>
            </a:lvl7pPr>
            <a:lvl8pPr>
              <a:defRPr sz="1634"/>
            </a:lvl8pPr>
            <a:lvl9pPr>
              <a:defRPr sz="163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18534" y="1482371"/>
            <a:ext cx="3665284" cy="4192697"/>
          </a:xfrm>
        </p:spPr>
        <p:txBody>
          <a:bodyPr/>
          <a:lstStyle>
            <a:lvl1pPr>
              <a:defRPr sz="2541"/>
            </a:lvl1pPr>
            <a:lvl2pPr>
              <a:defRPr sz="2178"/>
            </a:lvl2pPr>
            <a:lvl3pPr>
              <a:defRPr sz="1815"/>
            </a:lvl3pPr>
            <a:lvl4pPr>
              <a:defRPr sz="1634"/>
            </a:lvl4pPr>
            <a:lvl5pPr>
              <a:defRPr sz="1634"/>
            </a:lvl5pPr>
            <a:lvl6pPr>
              <a:defRPr sz="1634"/>
            </a:lvl6pPr>
            <a:lvl7pPr>
              <a:defRPr sz="1634"/>
            </a:lvl7pPr>
            <a:lvl8pPr>
              <a:defRPr sz="1634"/>
            </a:lvl8pPr>
            <a:lvl9pPr>
              <a:defRPr sz="163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938" y="1422076"/>
            <a:ext cx="3666725" cy="592654"/>
          </a:xfrm>
        </p:spPr>
        <p:txBody>
          <a:bodyPr anchor="b"/>
          <a:lstStyle>
            <a:lvl1pPr marL="0" indent="0">
              <a:buNone/>
              <a:defRPr sz="2178" b="1"/>
            </a:lvl1pPr>
            <a:lvl2pPr marL="414955" indent="0">
              <a:buNone/>
              <a:defRPr sz="1815" b="1"/>
            </a:lvl2pPr>
            <a:lvl3pPr marL="829909" indent="0">
              <a:buNone/>
              <a:defRPr sz="1634" b="1"/>
            </a:lvl3pPr>
            <a:lvl4pPr marL="1244864" indent="0">
              <a:buNone/>
              <a:defRPr sz="1452" b="1"/>
            </a:lvl4pPr>
            <a:lvl5pPr marL="1659819" indent="0">
              <a:buNone/>
              <a:defRPr sz="1452" b="1"/>
            </a:lvl5pPr>
            <a:lvl6pPr marL="2074774" indent="0">
              <a:buNone/>
              <a:defRPr sz="1452" b="1"/>
            </a:lvl6pPr>
            <a:lvl7pPr marL="2489728" indent="0">
              <a:buNone/>
              <a:defRPr sz="1452" b="1"/>
            </a:lvl7pPr>
            <a:lvl8pPr marL="2904683" indent="0">
              <a:buNone/>
              <a:defRPr sz="1452" b="1"/>
            </a:lvl8pPr>
            <a:lvl9pPr marL="3319638" indent="0">
              <a:buNone/>
              <a:defRPr sz="145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4938" y="2014730"/>
            <a:ext cx="3666725" cy="3660338"/>
          </a:xfrm>
        </p:spPr>
        <p:txBody>
          <a:bodyPr/>
          <a:lstStyle>
            <a:lvl1pPr>
              <a:defRPr sz="2178"/>
            </a:lvl1pPr>
            <a:lvl2pPr>
              <a:defRPr sz="1815"/>
            </a:lvl2pPr>
            <a:lvl3pPr>
              <a:defRPr sz="1634"/>
            </a:lvl3pPr>
            <a:lvl4pPr>
              <a:defRPr sz="1452"/>
            </a:lvl4pPr>
            <a:lvl5pPr>
              <a:defRPr sz="1452"/>
            </a:lvl5pPr>
            <a:lvl6pPr>
              <a:defRPr sz="1452"/>
            </a:lvl6pPr>
            <a:lvl7pPr>
              <a:defRPr sz="1452"/>
            </a:lvl7pPr>
            <a:lvl8pPr>
              <a:defRPr sz="1452"/>
            </a:lvl8pPr>
            <a:lvl9pPr>
              <a:defRPr sz="145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15653" y="1422076"/>
            <a:ext cx="3668166" cy="592654"/>
          </a:xfrm>
        </p:spPr>
        <p:txBody>
          <a:bodyPr anchor="b"/>
          <a:lstStyle>
            <a:lvl1pPr marL="0" indent="0">
              <a:buNone/>
              <a:defRPr sz="2178" b="1"/>
            </a:lvl1pPr>
            <a:lvl2pPr marL="414955" indent="0">
              <a:buNone/>
              <a:defRPr sz="1815" b="1"/>
            </a:lvl2pPr>
            <a:lvl3pPr marL="829909" indent="0">
              <a:buNone/>
              <a:defRPr sz="1634" b="1"/>
            </a:lvl3pPr>
            <a:lvl4pPr marL="1244864" indent="0">
              <a:buNone/>
              <a:defRPr sz="1452" b="1"/>
            </a:lvl4pPr>
            <a:lvl5pPr marL="1659819" indent="0">
              <a:buNone/>
              <a:defRPr sz="1452" b="1"/>
            </a:lvl5pPr>
            <a:lvl6pPr marL="2074774" indent="0">
              <a:buNone/>
              <a:defRPr sz="1452" b="1"/>
            </a:lvl6pPr>
            <a:lvl7pPr marL="2489728" indent="0">
              <a:buNone/>
              <a:defRPr sz="1452" b="1"/>
            </a:lvl7pPr>
            <a:lvl8pPr marL="2904683" indent="0">
              <a:buNone/>
              <a:defRPr sz="1452" b="1"/>
            </a:lvl8pPr>
            <a:lvl9pPr marL="3319638" indent="0">
              <a:buNone/>
              <a:defRPr sz="145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15653" y="2014730"/>
            <a:ext cx="3668166" cy="3660338"/>
          </a:xfrm>
        </p:spPr>
        <p:txBody>
          <a:bodyPr/>
          <a:lstStyle>
            <a:lvl1pPr>
              <a:defRPr sz="2178"/>
            </a:lvl1pPr>
            <a:lvl2pPr>
              <a:defRPr sz="1815"/>
            </a:lvl2pPr>
            <a:lvl3pPr>
              <a:defRPr sz="1634"/>
            </a:lvl3pPr>
            <a:lvl4pPr>
              <a:defRPr sz="1452"/>
            </a:lvl4pPr>
            <a:lvl5pPr>
              <a:defRPr sz="1452"/>
            </a:lvl5pPr>
            <a:lvl6pPr>
              <a:defRPr sz="1452"/>
            </a:lvl6pPr>
            <a:lvl7pPr>
              <a:defRPr sz="1452"/>
            </a:lvl7pPr>
            <a:lvl8pPr>
              <a:defRPr sz="1452"/>
            </a:lvl8pPr>
            <a:lvl9pPr>
              <a:defRPr sz="145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938" y="252944"/>
            <a:ext cx="2730234" cy="1076483"/>
          </a:xfrm>
        </p:spPr>
        <p:txBody>
          <a:bodyPr anchor="b"/>
          <a:lstStyle>
            <a:lvl1pPr algn="l">
              <a:defRPr sz="1815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44583" y="252944"/>
            <a:ext cx="4639235" cy="5422124"/>
          </a:xfrm>
        </p:spPr>
        <p:txBody>
          <a:bodyPr/>
          <a:lstStyle>
            <a:lvl1pPr>
              <a:defRPr sz="2904"/>
            </a:lvl1pPr>
            <a:lvl2pPr>
              <a:defRPr sz="2541"/>
            </a:lvl2pPr>
            <a:lvl3pPr>
              <a:defRPr sz="2178"/>
            </a:lvl3pPr>
            <a:lvl4pPr>
              <a:defRPr sz="1815"/>
            </a:lvl4pPr>
            <a:lvl5pPr>
              <a:defRPr sz="1815"/>
            </a:lvl5pPr>
            <a:lvl6pPr>
              <a:defRPr sz="1815"/>
            </a:lvl6pPr>
            <a:lvl7pPr>
              <a:defRPr sz="1815"/>
            </a:lvl7pPr>
            <a:lvl8pPr>
              <a:defRPr sz="1815"/>
            </a:lvl8pPr>
            <a:lvl9pPr>
              <a:defRPr sz="181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4938" y="1329428"/>
            <a:ext cx="2730234" cy="4345640"/>
          </a:xfrm>
        </p:spPr>
        <p:txBody>
          <a:bodyPr/>
          <a:lstStyle>
            <a:lvl1pPr marL="0" indent="0">
              <a:buNone/>
              <a:defRPr sz="1271"/>
            </a:lvl1pPr>
            <a:lvl2pPr marL="414955" indent="0">
              <a:buNone/>
              <a:defRPr sz="1089"/>
            </a:lvl2pPr>
            <a:lvl3pPr marL="829909" indent="0">
              <a:buNone/>
              <a:defRPr sz="908"/>
            </a:lvl3pPr>
            <a:lvl4pPr marL="1244864" indent="0">
              <a:buNone/>
              <a:defRPr sz="817"/>
            </a:lvl4pPr>
            <a:lvl5pPr marL="1659819" indent="0">
              <a:buNone/>
              <a:defRPr sz="817"/>
            </a:lvl5pPr>
            <a:lvl6pPr marL="2074774" indent="0">
              <a:buNone/>
              <a:defRPr sz="817"/>
            </a:lvl6pPr>
            <a:lvl7pPr marL="2489728" indent="0">
              <a:buNone/>
              <a:defRPr sz="817"/>
            </a:lvl7pPr>
            <a:lvl8pPr marL="2904683" indent="0">
              <a:buNone/>
              <a:defRPr sz="817"/>
            </a:lvl8pPr>
            <a:lvl9pPr marL="3319638" indent="0">
              <a:buNone/>
              <a:defRPr sz="81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6614" y="4447111"/>
            <a:ext cx="4979254" cy="525007"/>
          </a:xfrm>
        </p:spPr>
        <p:txBody>
          <a:bodyPr anchor="b"/>
          <a:lstStyle>
            <a:lvl1pPr algn="l">
              <a:defRPr sz="1815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626614" y="567654"/>
            <a:ext cx="4979254" cy="3811810"/>
          </a:xfrm>
        </p:spPr>
        <p:txBody>
          <a:bodyPr/>
          <a:lstStyle>
            <a:lvl1pPr marL="0" indent="0">
              <a:buNone/>
              <a:defRPr sz="2904"/>
            </a:lvl1pPr>
            <a:lvl2pPr marL="414955" indent="0">
              <a:buNone/>
              <a:defRPr sz="2541"/>
            </a:lvl2pPr>
            <a:lvl3pPr marL="829909" indent="0">
              <a:buNone/>
              <a:defRPr sz="2178"/>
            </a:lvl3pPr>
            <a:lvl4pPr marL="1244864" indent="0">
              <a:buNone/>
              <a:defRPr sz="1815"/>
            </a:lvl4pPr>
            <a:lvl5pPr marL="1659819" indent="0">
              <a:buNone/>
              <a:defRPr sz="1815"/>
            </a:lvl5pPr>
            <a:lvl6pPr marL="2074774" indent="0">
              <a:buNone/>
              <a:defRPr sz="1815"/>
            </a:lvl6pPr>
            <a:lvl7pPr marL="2489728" indent="0">
              <a:buNone/>
              <a:defRPr sz="1815"/>
            </a:lvl7pPr>
            <a:lvl8pPr marL="2904683" indent="0">
              <a:buNone/>
              <a:defRPr sz="1815"/>
            </a:lvl8pPr>
            <a:lvl9pPr marL="3319638" indent="0">
              <a:buNone/>
              <a:defRPr sz="1815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26614" y="4972118"/>
            <a:ext cx="4979254" cy="745597"/>
          </a:xfrm>
        </p:spPr>
        <p:txBody>
          <a:bodyPr/>
          <a:lstStyle>
            <a:lvl1pPr marL="0" indent="0">
              <a:buNone/>
              <a:defRPr sz="1271"/>
            </a:lvl1pPr>
            <a:lvl2pPr marL="414955" indent="0">
              <a:buNone/>
              <a:defRPr sz="1089"/>
            </a:lvl2pPr>
            <a:lvl3pPr marL="829909" indent="0">
              <a:buNone/>
              <a:defRPr sz="908"/>
            </a:lvl3pPr>
            <a:lvl4pPr marL="1244864" indent="0">
              <a:buNone/>
              <a:defRPr sz="817"/>
            </a:lvl4pPr>
            <a:lvl5pPr marL="1659819" indent="0">
              <a:buNone/>
              <a:defRPr sz="817"/>
            </a:lvl5pPr>
            <a:lvl6pPr marL="2074774" indent="0">
              <a:buNone/>
              <a:defRPr sz="817"/>
            </a:lvl6pPr>
            <a:lvl7pPr marL="2489728" indent="0">
              <a:buNone/>
              <a:defRPr sz="817"/>
            </a:lvl7pPr>
            <a:lvl8pPr marL="2904683" indent="0">
              <a:buNone/>
              <a:defRPr sz="817"/>
            </a:lvl8pPr>
            <a:lvl9pPr marL="3319638" indent="0">
              <a:buNone/>
              <a:defRPr sz="81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016598" y="254416"/>
            <a:ext cx="1867220" cy="542065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4938" y="254416"/>
            <a:ext cx="5463348" cy="542065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4938" y="254415"/>
            <a:ext cx="7468881" cy="10588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938" y="1482371"/>
            <a:ext cx="7468881" cy="41926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4938" y="5888306"/>
            <a:ext cx="1936376" cy="3382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35409" y="5888306"/>
            <a:ext cx="2627939" cy="3382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947442" y="5888306"/>
            <a:ext cx="1936376" cy="3382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4718"/>
            <a:ext cx="2534539" cy="9907975"/>
            <a:chOff x="0" y="0"/>
            <a:chExt cx="1277421" cy="383177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77421" cy="3831772"/>
            </a:xfrm>
            <a:custGeom>
              <a:avLst/>
              <a:gdLst/>
              <a:ahLst/>
              <a:cxnLst/>
              <a:rect l="l" t="t" r="r" b="b"/>
              <a:pathLst>
                <a:path w="1277421" h="3831772">
                  <a:moveTo>
                    <a:pt x="0" y="0"/>
                  </a:moveTo>
                  <a:lnTo>
                    <a:pt x="1277421" y="0"/>
                  </a:lnTo>
                  <a:lnTo>
                    <a:pt x="1277421" y="3831772"/>
                  </a:lnTo>
                  <a:lnTo>
                    <a:pt x="0" y="3831772"/>
                  </a:lnTo>
                  <a:close/>
                </a:path>
              </a:pathLst>
            </a:custGeom>
            <a:gradFill rotWithShape="1">
              <a:gsLst>
                <a:gs pos="0">
                  <a:srgbClr val="59388F">
                    <a:alpha val="100000"/>
                  </a:srgbClr>
                </a:gs>
                <a:gs pos="100000">
                  <a:srgbClr val="CD0E8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AR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277421" cy="3860346"/>
            </a:xfrm>
            <a:prstGeom prst="rect">
              <a:avLst/>
            </a:prstGeom>
          </p:spPr>
          <p:txBody>
            <a:bodyPr lIns="46104" tIns="46104" rIns="46104" bIns="46104" rtlCol="0" anchor="ctr"/>
            <a:lstStyle>
              <a:defPPr>
                <a:defRPr lang="en-US"/>
              </a:defPPr>
              <a:lvl1pPr marL="0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19938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39876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59815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79753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099691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519629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939567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359506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398"/>
                </a:lnSpc>
              </a:pPr>
              <a:endParaRPr sz="1500"/>
            </a:p>
          </p:txBody>
        </p:sp>
      </p:grpSp>
      <p:sp>
        <p:nvSpPr>
          <p:cNvPr id="7" name="AutoShape 7"/>
          <p:cNvSpPr/>
          <p:nvPr/>
        </p:nvSpPr>
        <p:spPr>
          <a:xfrm>
            <a:off x="2534538" y="1600200"/>
            <a:ext cx="4323461" cy="0"/>
          </a:xfrm>
          <a:prstGeom prst="line">
            <a:avLst/>
          </a:prstGeom>
          <a:ln w="19050" cap="flat">
            <a:solidFill>
              <a:srgbClr val="6C2C7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AR"/>
          </a:p>
        </p:txBody>
      </p:sp>
      <p:sp>
        <p:nvSpPr>
          <p:cNvPr id="8" name="Freeform 8"/>
          <p:cNvSpPr/>
          <p:nvPr/>
        </p:nvSpPr>
        <p:spPr>
          <a:xfrm>
            <a:off x="6054028" y="9117803"/>
            <a:ext cx="646428" cy="616618"/>
          </a:xfrm>
          <a:custGeom>
            <a:avLst/>
            <a:gdLst/>
            <a:ahLst/>
            <a:cxnLst/>
            <a:rect l="l" t="t" r="r" b="b"/>
            <a:pathLst>
              <a:path w="480390" h="427014">
                <a:moveTo>
                  <a:pt x="0" y="0"/>
                </a:moveTo>
                <a:lnTo>
                  <a:pt x="480390" y="0"/>
                </a:lnTo>
                <a:lnTo>
                  <a:pt x="480390" y="427014"/>
                </a:lnTo>
                <a:lnTo>
                  <a:pt x="0" y="4270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grpSp>
        <p:nvGrpSpPr>
          <p:cNvPr id="9" name="Group 9"/>
          <p:cNvGrpSpPr/>
          <p:nvPr/>
        </p:nvGrpSpPr>
        <p:grpSpPr>
          <a:xfrm>
            <a:off x="547125" y="640098"/>
            <a:ext cx="1411179" cy="1437408"/>
            <a:chOff x="-29658" y="-45188"/>
            <a:chExt cx="1057438" cy="107128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27780" cy="1014139"/>
            </a:xfrm>
            <a:custGeom>
              <a:avLst/>
              <a:gdLst/>
              <a:ahLst/>
              <a:cxnLst/>
              <a:rect l="l" t="t" r="r" b="b"/>
              <a:pathLst>
                <a:path w="1027780" h="1014139">
                  <a:moveTo>
                    <a:pt x="0" y="0"/>
                  </a:moveTo>
                  <a:lnTo>
                    <a:pt x="1027780" y="0"/>
                  </a:lnTo>
                  <a:lnTo>
                    <a:pt x="1027780" y="1014139"/>
                  </a:lnTo>
                  <a:lnTo>
                    <a:pt x="0" y="101413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A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-29658" y="-45188"/>
              <a:ext cx="1027780" cy="1071289"/>
            </a:xfrm>
            <a:prstGeom prst="rect">
              <a:avLst/>
            </a:prstGeom>
          </p:spPr>
          <p:txBody>
            <a:bodyPr lIns="46104" tIns="46104" rIns="46104" bIns="46104" rtlCol="0" anchor="ctr"/>
            <a:lstStyle>
              <a:defPPr>
                <a:defRPr lang="en-US"/>
              </a:defPPr>
              <a:lvl1pPr marL="0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19938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39876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59815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79753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099691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519629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939567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359506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274"/>
                </a:lnSpc>
              </a:pPr>
              <a:r>
                <a:rPr lang="en-US" sz="1625" b="1" dirty="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FOTO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891876" y="171579"/>
            <a:ext cx="3185963" cy="9551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9938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39876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9815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79753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99691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9629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39567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59506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4031"/>
              </a:lnSpc>
            </a:pPr>
            <a:r>
              <a:rPr lang="en-US" sz="1600" b="1" dirty="0">
                <a:solidFill>
                  <a:srgbClr val="5C378C"/>
                </a:solidFill>
                <a:latin typeface="Poppins Bold"/>
                <a:ea typeface="Poppins Bold"/>
                <a:cs typeface="Poppins Bold"/>
                <a:sym typeface="Poppins Bold"/>
              </a:rPr>
              <a:t>COLABORADOR PROPUESTO - </a:t>
            </a:r>
            <a:r>
              <a:rPr lang="es-AR" sz="1600" b="1" dirty="0">
                <a:solidFill>
                  <a:srgbClr val="5C378C"/>
                </a:solidFill>
                <a:latin typeface="Poppins Bold"/>
                <a:cs typeface="Poppins Bold"/>
              </a:rPr>
              <a:t>{{NOMBRE}}</a:t>
            </a:r>
            <a:endParaRPr lang="en-US" sz="1600" b="1" dirty="0">
              <a:solidFill>
                <a:srgbClr val="5C378C"/>
              </a:solidFill>
              <a:latin typeface="Poppins Bold"/>
              <a:cs typeface="Poppins Bold"/>
              <a:sym typeface="Poppins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208915" y="2286000"/>
            <a:ext cx="2268949" cy="2786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9938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39876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9815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79753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99691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9629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39567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59506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ts val="2268"/>
              </a:lnSpc>
              <a:buFont typeface="Arial"/>
              <a:buChar char="•"/>
            </a:pPr>
            <a:r>
              <a:rPr lang="es-AR" sz="1400" b="1" dirty="0">
                <a:solidFill>
                  <a:schemeClr val="bg1"/>
                </a:solidFill>
                <a:latin typeface="Poppins Bold"/>
                <a:cs typeface="Poppins Bold"/>
              </a:rPr>
              <a:t>{{PERFIL}}</a:t>
            </a:r>
            <a:endParaRPr lang="en-US" sz="1400" b="1" dirty="0">
              <a:solidFill>
                <a:schemeClr val="bg1"/>
              </a:solidFill>
              <a:latin typeface="Poppins Bold"/>
              <a:cs typeface="Poppi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264572" y="7119749"/>
            <a:ext cx="2005393" cy="2787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9938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39876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9815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79753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99691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9629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39567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59506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lnSpc>
                <a:spcPts val="2274"/>
              </a:lnSpc>
              <a:buFont typeface="Arial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{{EDUCACIÓN}}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2681093" y="1805089"/>
            <a:ext cx="2534539" cy="2686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9938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39876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9815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79753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99691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9629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39567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59506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ts val="2274"/>
              </a:lnSpc>
              <a:buFont typeface="Arial"/>
              <a:buChar char="•"/>
            </a:pPr>
            <a:r>
              <a:rPr lang="en-US" sz="1400" b="1" dirty="0">
                <a:solidFill>
                  <a:srgbClr val="5C378C"/>
                </a:solidFill>
                <a:ea typeface="Poppins Bold"/>
                <a:cs typeface="Poppins Bold"/>
                <a:sym typeface="Poppins Bold"/>
              </a:rPr>
              <a:t>  </a:t>
            </a:r>
            <a:r>
              <a:rPr lang="es-AR" sz="1400" b="1" dirty="0">
                <a:solidFill>
                  <a:srgbClr val="5C378C"/>
                </a:solidFill>
                <a:cs typeface="Poppins Bold"/>
              </a:rPr>
              <a:t>{{EXPERIENCIA_1_2}}</a:t>
            </a:r>
            <a:endParaRPr lang="en-US" sz="1400" b="1" dirty="0">
              <a:solidFill>
                <a:srgbClr val="5C378C"/>
              </a:solidFill>
              <a:cs typeface="Poppins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248126" y="4335472"/>
            <a:ext cx="2409155" cy="2795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9938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39876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9815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79753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99691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9629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39567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59506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lnSpc>
                <a:spcPts val="2274"/>
              </a:lnSpc>
              <a:buFont typeface="Arial"/>
              <a:buChar char="•"/>
            </a:pPr>
            <a:r>
              <a:rPr lang="en-US" sz="1400" b="1" dirty="0">
                <a:solidFill>
                  <a:schemeClr val="bg1"/>
                </a:solidFill>
                <a:latin typeface="Poppins Bold"/>
                <a:ea typeface="Poppins Bold"/>
                <a:cs typeface="Poppins Bold"/>
                <a:sym typeface="Poppins Bold"/>
              </a:rPr>
              <a:t>{{HABILIDADES}}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264572" y="8689949"/>
            <a:ext cx="1820767" cy="2795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9938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39876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9815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79753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99691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9629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39567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59506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lnSpc>
                <a:spcPts val="2274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{{IDIOMAS}}</a:t>
            </a:r>
            <a:endParaRPr lang="en-US" sz="1400" dirty="0">
              <a:solidFill>
                <a:srgbClr val="FFFFFF"/>
              </a:solidFill>
              <a:ea typeface="Calibri"/>
              <a:cs typeface="Calibri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F884C04-DFE5-A18B-F751-979AB1833D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125" y="-377061"/>
            <a:ext cx="1440288" cy="14374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8C895-16C0-BED5-2273-4A45642C0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C180195-2F2A-8BCE-E6B0-1F7458330171}"/>
              </a:ext>
            </a:extLst>
          </p:cNvPr>
          <p:cNvGrpSpPr/>
          <p:nvPr/>
        </p:nvGrpSpPr>
        <p:grpSpPr>
          <a:xfrm>
            <a:off x="0" y="-4718"/>
            <a:ext cx="2534539" cy="9907975"/>
            <a:chOff x="0" y="0"/>
            <a:chExt cx="1277421" cy="3831771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9EEA05F-2BAA-1880-CD7D-8E1FC56694B6}"/>
                </a:ext>
              </a:extLst>
            </p:cNvPr>
            <p:cNvSpPr/>
            <p:nvPr/>
          </p:nvSpPr>
          <p:spPr>
            <a:xfrm>
              <a:off x="0" y="0"/>
              <a:ext cx="1277421" cy="3831772"/>
            </a:xfrm>
            <a:custGeom>
              <a:avLst/>
              <a:gdLst/>
              <a:ahLst/>
              <a:cxnLst/>
              <a:rect l="l" t="t" r="r" b="b"/>
              <a:pathLst>
                <a:path w="1277421" h="3831772">
                  <a:moveTo>
                    <a:pt x="0" y="0"/>
                  </a:moveTo>
                  <a:lnTo>
                    <a:pt x="1277421" y="0"/>
                  </a:lnTo>
                  <a:lnTo>
                    <a:pt x="1277421" y="3831772"/>
                  </a:lnTo>
                  <a:lnTo>
                    <a:pt x="0" y="3831772"/>
                  </a:lnTo>
                  <a:close/>
                </a:path>
              </a:pathLst>
            </a:custGeom>
            <a:gradFill rotWithShape="1">
              <a:gsLst>
                <a:gs pos="0">
                  <a:srgbClr val="59388F">
                    <a:alpha val="100000"/>
                  </a:srgbClr>
                </a:gs>
                <a:gs pos="100000">
                  <a:srgbClr val="CD0E8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AR" dirty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285E85C5-03C7-FDDE-3C7A-D79C6BFECA4B}"/>
                </a:ext>
              </a:extLst>
            </p:cNvPr>
            <p:cNvSpPr txBox="1"/>
            <p:nvPr/>
          </p:nvSpPr>
          <p:spPr>
            <a:xfrm>
              <a:off x="0" y="-28575"/>
              <a:ext cx="1277421" cy="3860346"/>
            </a:xfrm>
            <a:prstGeom prst="rect">
              <a:avLst/>
            </a:prstGeom>
          </p:spPr>
          <p:txBody>
            <a:bodyPr lIns="46104" tIns="46104" rIns="46104" bIns="46104" rtlCol="0" anchor="ctr"/>
            <a:lstStyle>
              <a:defPPr>
                <a:defRPr lang="en-US"/>
              </a:defPPr>
              <a:lvl1pPr marL="0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19938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39876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59815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79753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099691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519629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939567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359506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398"/>
                </a:lnSpc>
              </a:pPr>
              <a:endParaRPr sz="1500"/>
            </a:p>
          </p:txBody>
        </p:sp>
      </p:grpSp>
      <p:sp>
        <p:nvSpPr>
          <p:cNvPr id="7" name="AutoShape 7">
            <a:extLst>
              <a:ext uri="{FF2B5EF4-FFF2-40B4-BE49-F238E27FC236}">
                <a16:creationId xmlns:a16="http://schemas.microsoft.com/office/drawing/2014/main" id="{5D747AC3-2787-6421-A59D-7C829AB56A48}"/>
              </a:ext>
            </a:extLst>
          </p:cNvPr>
          <p:cNvSpPr/>
          <p:nvPr/>
        </p:nvSpPr>
        <p:spPr>
          <a:xfrm>
            <a:off x="2534538" y="1600200"/>
            <a:ext cx="4323461" cy="0"/>
          </a:xfrm>
          <a:prstGeom prst="line">
            <a:avLst/>
          </a:prstGeom>
          <a:ln w="19050" cap="flat">
            <a:solidFill>
              <a:srgbClr val="6C2C7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AR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1C21FF9D-DC8C-28DD-C904-26BB38A58CF4}"/>
              </a:ext>
            </a:extLst>
          </p:cNvPr>
          <p:cNvSpPr/>
          <p:nvPr/>
        </p:nvSpPr>
        <p:spPr>
          <a:xfrm>
            <a:off x="6054028" y="9117803"/>
            <a:ext cx="646428" cy="616618"/>
          </a:xfrm>
          <a:custGeom>
            <a:avLst/>
            <a:gdLst/>
            <a:ahLst/>
            <a:cxnLst/>
            <a:rect l="l" t="t" r="r" b="b"/>
            <a:pathLst>
              <a:path w="480390" h="427014">
                <a:moveTo>
                  <a:pt x="0" y="0"/>
                </a:moveTo>
                <a:lnTo>
                  <a:pt x="480390" y="0"/>
                </a:lnTo>
                <a:lnTo>
                  <a:pt x="480390" y="427014"/>
                </a:lnTo>
                <a:lnTo>
                  <a:pt x="0" y="4270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4A56F8BD-80F6-D6DD-0820-5ABBD084B3E5}"/>
              </a:ext>
            </a:extLst>
          </p:cNvPr>
          <p:cNvGrpSpPr/>
          <p:nvPr/>
        </p:nvGrpSpPr>
        <p:grpSpPr>
          <a:xfrm>
            <a:off x="547125" y="640098"/>
            <a:ext cx="1411179" cy="1437408"/>
            <a:chOff x="-29658" y="-45188"/>
            <a:chExt cx="1057438" cy="1071289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D19395E4-FDD9-1557-0F66-03970F49BCC7}"/>
                </a:ext>
              </a:extLst>
            </p:cNvPr>
            <p:cNvSpPr/>
            <p:nvPr/>
          </p:nvSpPr>
          <p:spPr>
            <a:xfrm>
              <a:off x="0" y="0"/>
              <a:ext cx="1027780" cy="1014139"/>
            </a:xfrm>
            <a:custGeom>
              <a:avLst/>
              <a:gdLst/>
              <a:ahLst/>
              <a:cxnLst/>
              <a:rect l="l" t="t" r="r" b="b"/>
              <a:pathLst>
                <a:path w="1027780" h="1014139">
                  <a:moveTo>
                    <a:pt x="0" y="0"/>
                  </a:moveTo>
                  <a:lnTo>
                    <a:pt x="1027780" y="0"/>
                  </a:lnTo>
                  <a:lnTo>
                    <a:pt x="1027780" y="1014139"/>
                  </a:lnTo>
                  <a:lnTo>
                    <a:pt x="0" y="101413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AR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A2FDC012-128C-3D15-2947-A8BD19A68CB4}"/>
                </a:ext>
              </a:extLst>
            </p:cNvPr>
            <p:cNvSpPr txBox="1"/>
            <p:nvPr/>
          </p:nvSpPr>
          <p:spPr>
            <a:xfrm>
              <a:off x="-29658" y="-45188"/>
              <a:ext cx="1027780" cy="1071289"/>
            </a:xfrm>
            <a:prstGeom prst="rect">
              <a:avLst/>
            </a:prstGeom>
          </p:spPr>
          <p:txBody>
            <a:bodyPr lIns="46104" tIns="46104" rIns="46104" bIns="46104" rtlCol="0" anchor="ctr"/>
            <a:lstStyle>
              <a:defPPr>
                <a:defRPr lang="en-US"/>
              </a:defPPr>
              <a:lvl1pPr marL="0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19938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39876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59815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79753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099691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519629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939567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359506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274"/>
                </a:lnSpc>
              </a:pPr>
              <a:r>
                <a:rPr lang="en-US" sz="1625" b="1" dirty="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FOTO</a:t>
              </a: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D47D9493-CB89-57FF-C778-3207F049B016}"/>
              </a:ext>
            </a:extLst>
          </p:cNvPr>
          <p:cNvSpPr txBox="1"/>
          <p:nvPr/>
        </p:nvSpPr>
        <p:spPr>
          <a:xfrm>
            <a:off x="2891876" y="171579"/>
            <a:ext cx="3185963" cy="9551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9938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39876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9815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79753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99691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9629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39567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59506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4031"/>
              </a:lnSpc>
            </a:pPr>
            <a:r>
              <a:rPr lang="en-US" sz="1600" b="1" dirty="0">
                <a:solidFill>
                  <a:srgbClr val="5C378C"/>
                </a:solidFill>
                <a:latin typeface="Poppins Bold"/>
                <a:ea typeface="Poppins Bold"/>
                <a:cs typeface="Poppins Bold"/>
                <a:sym typeface="Poppins Bold"/>
              </a:rPr>
              <a:t>COLABORADOR PROPUESTO - </a:t>
            </a:r>
            <a:r>
              <a:rPr lang="es-AR" sz="1600" b="1" dirty="0">
                <a:solidFill>
                  <a:srgbClr val="5C378C"/>
                </a:solidFill>
                <a:latin typeface="Poppins Bold"/>
                <a:cs typeface="Poppins Bold"/>
              </a:rPr>
              <a:t>{{NOMBRE}}</a:t>
            </a:r>
            <a:endParaRPr lang="en-US" sz="1600" b="1" dirty="0">
              <a:solidFill>
                <a:srgbClr val="5C378C"/>
              </a:solidFill>
              <a:latin typeface="Poppins Bold"/>
              <a:cs typeface="Poppins Bold"/>
              <a:sym typeface="Poppins Bold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B2692FE6-340E-5B81-5ACF-09E32F38EC77}"/>
              </a:ext>
            </a:extLst>
          </p:cNvPr>
          <p:cNvSpPr txBox="1"/>
          <p:nvPr/>
        </p:nvSpPr>
        <p:spPr>
          <a:xfrm>
            <a:off x="208915" y="2286000"/>
            <a:ext cx="2268949" cy="2786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9938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39876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9815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79753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99691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9629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39567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59506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ts val="2268"/>
              </a:lnSpc>
              <a:buFont typeface="Arial"/>
              <a:buChar char="•"/>
            </a:pPr>
            <a:r>
              <a:rPr lang="es-AR" sz="1400" b="1" dirty="0">
                <a:solidFill>
                  <a:schemeClr val="bg1"/>
                </a:solidFill>
                <a:latin typeface="Poppins Bold"/>
                <a:cs typeface="Poppins Bold"/>
              </a:rPr>
              <a:t>{{PERFIL}}</a:t>
            </a:r>
            <a:endParaRPr lang="en-US" sz="1400" b="1" dirty="0">
              <a:solidFill>
                <a:schemeClr val="bg1"/>
              </a:solidFill>
              <a:latin typeface="Poppins Bold"/>
              <a:cs typeface="Poppins Bold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7085F493-6337-8A1B-4DE6-8691B8908BFC}"/>
              </a:ext>
            </a:extLst>
          </p:cNvPr>
          <p:cNvSpPr txBox="1"/>
          <p:nvPr/>
        </p:nvSpPr>
        <p:spPr>
          <a:xfrm>
            <a:off x="264572" y="7119749"/>
            <a:ext cx="2005393" cy="2787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9938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39876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9815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79753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99691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9629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39567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59506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lnSpc>
                <a:spcPts val="2274"/>
              </a:lnSpc>
              <a:buFont typeface="Arial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{{EDUCACIÓN}}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8C121D20-1720-0513-E8A1-0B1EB4C70635}"/>
              </a:ext>
            </a:extLst>
          </p:cNvPr>
          <p:cNvSpPr txBox="1"/>
          <p:nvPr/>
        </p:nvSpPr>
        <p:spPr>
          <a:xfrm>
            <a:off x="2681093" y="1805089"/>
            <a:ext cx="2534539" cy="2762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9938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39876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9815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79753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99691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9629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39567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59506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ts val="2274"/>
              </a:lnSpc>
              <a:buFont typeface="Arial"/>
              <a:buChar char="•"/>
            </a:pPr>
            <a:r>
              <a:rPr lang="en-US" sz="1400" b="1" dirty="0">
                <a:solidFill>
                  <a:srgbClr val="5C378C"/>
                </a:solidFill>
                <a:ea typeface="Poppins Bold"/>
                <a:cs typeface="Poppins Bold"/>
                <a:sym typeface="Poppins Bold"/>
              </a:rPr>
              <a:t>  </a:t>
            </a:r>
            <a:r>
              <a:rPr lang="es-AR" sz="1400" b="1" dirty="0">
                <a:solidFill>
                  <a:srgbClr val="5C378C"/>
                </a:solidFill>
                <a:cs typeface="Poppins Bold"/>
              </a:rPr>
              <a:t>{{EXPERIENCIA_RESTO}}</a:t>
            </a:r>
            <a:endParaRPr lang="en-US" sz="1400" b="1" dirty="0">
              <a:solidFill>
                <a:srgbClr val="5C378C"/>
              </a:solidFill>
              <a:cs typeface="Poppins Bold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44733101-AC8E-79D0-B5C8-1F730DA4F121}"/>
              </a:ext>
            </a:extLst>
          </p:cNvPr>
          <p:cNvSpPr txBox="1"/>
          <p:nvPr/>
        </p:nvSpPr>
        <p:spPr>
          <a:xfrm>
            <a:off x="248126" y="4335472"/>
            <a:ext cx="2409155" cy="2795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9938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39876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9815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79753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99691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9629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39567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59506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lnSpc>
                <a:spcPts val="2274"/>
              </a:lnSpc>
              <a:buFont typeface="Arial"/>
              <a:buChar char="•"/>
            </a:pPr>
            <a:r>
              <a:rPr lang="en-US" sz="1400" b="1" dirty="0">
                <a:solidFill>
                  <a:schemeClr val="bg1"/>
                </a:solidFill>
                <a:latin typeface="Poppins Bold"/>
                <a:ea typeface="Poppins Bold"/>
                <a:cs typeface="Poppins Bold"/>
                <a:sym typeface="Poppins Bold"/>
              </a:rPr>
              <a:t>{{HABILIDADES}}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2220F385-482F-EDFF-FBE4-20E75D4515AF}"/>
              </a:ext>
            </a:extLst>
          </p:cNvPr>
          <p:cNvSpPr txBox="1"/>
          <p:nvPr/>
        </p:nvSpPr>
        <p:spPr>
          <a:xfrm>
            <a:off x="264572" y="8689949"/>
            <a:ext cx="1820767" cy="2795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9938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39876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9815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79753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99691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9629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39567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59506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lnSpc>
                <a:spcPts val="2274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{{IDIOMAS}}</a:t>
            </a:r>
            <a:endParaRPr lang="en-US" sz="1400" dirty="0">
              <a:solidFill>
                <a:srgbClr val="FFFFFF"/>
              </a:solidFill>
              <a:ea typeface="Calibri"/>
              <a:cs typeface="Calibri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89CD7BE-A5F0-A228-7B08-33548F4BF05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125" y="-377061"/>
            <a:ext cx="1440288" cy="1437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6B41D-B89F-9B89-FF9B-D90383B0F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23E5CDA-07A4-B884-D9DB-E031AE8C965F}"/>
              </a:ext>
            </a:extLst>
          </p:cNvPr>
          <p:cNvGrpSpPr/>
          <p:nvPr/>
        </p:nvGrpSpPr>
        <p:grpSpPr>
          <a:xfrm>
            <a:off x="0" y="-4718"/>
            <a:ext cx="2534539" cy="9907975"/>
            <a:chOff x="0" y="0"/>
            <a:chExt cx="1277421" cy="3831771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E0C573A-5E50-AB5D-F5C3-D2C514565FD0}"/>
                </a:ext>
              </a:extLst>
            </p:cNvPr>
            <p:cNvSpPr/>
            <p:nvPr/>
          </p:nvSpPr>
          <p:spPr>
            <a:xfrm>
              <a:off x="0" y="0"/>
              <a:ext cx="1277421" cy="3831772"/>
            </a:xfrm>
            <a:custGeom>
              <a:avLst/>
              <a:gdLst/>
              <a:ahLst/>
              <a:cxnLst/>
              <a:rect l="l" t="t" r="r" b="b"/>
              <a:pathLst>
                <a:path w="1277421" h="3831772">
                  <a:moveTo>
                    <a:pt x="0" y="0"/>
                  </a:moveTo>
                  <a:lnTo>
                    <a:pt x="1277421" y="0"/>
                  </a:lnTo>
                  <a:lnTo>
                    <a:pt x="1277421" y="3831772"/>
                  </a:lnTo>
                  <a:lnTo>
                    <a:pt x="0" y="3831772"/>
                  </a:lnTo>
                  <a:close/>
                </a:path>
              </a:pathLst>
            </a:custGeom>
            <a:gradFill rotWithShape="1">
              <a:gsLst>
                <a:gs pos="0">
                  <a:srgbClr val="59388F">
                    <a:alpha val="100000"/>
                  </a:srgbClr>
                </a:gs>
                <a:gs pos="100000">
                  <a:srgbClr val="CD0E8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AR" dirty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CF9A1510-2317-40EC-A920-7DBBF889AB6A}"/>
                </a:ext>
              </a:extLst>
            </p:cNvPr>
            <p:cNvSpPr txBox="1"/>
            <p:nvPr/>
          </p:nvSpPr>
          <p:spPr>
            <a:xfrm>
              <a:off x="0" y="-28575"/>
              <a:ext cx="1277421" cy="3860346"/>
            </a:xfrm>
            <a:prstGeom prst="rect">
              <a:avLst/>
            </a:prstGeom>
          </p:spPr>
          <p:txBody>
            <a:bodyPr lIns="46104" tIns="46104" rIns="46104" bIns="46104" rtlCol="0" anchor="ctr"/>
            <a:lstStyle>
              <a:defPPr>
                <a:defRPr lang="en-US"/>
              </a:defPPr>
              <a:lvl1pPr marL="0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19938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39876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59815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79753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099691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519629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939567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359506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398"/>
                </a:lnSpc>
              </a:pPr>
              <a:endParaRPr sz="1500"/>
            </a:p>
          </p:txBody>
        </p:sp>
      </p:grpSp>
      <p:sp>
        <p:nvSpPr>
          <p:cNvPr id="7" name="AutoShape 7">
            <a:extLst>
              <a:ext uri="{FF2B5EF4-FFF2-40B4-BE49-F238E27FC236}">
                <a16:creationId xmlns:a16="http://schemas.microsoft.com/office/drawing/2014/main" id="{40C192C6-B2AC-F42D-74C1-44CFDF97AAF2}"/>
              </a:ext>
            </a:extLst>
          </p:cNvPr>
          <p:cNvSpPr/>
          <p:nvPr/>
        </p:nvSpPr>
        <p:spPr>
          <a:xfrm>
            <a:off x="2534538" y="1600200"/>
            <a:ext cx="4323461" cy="0"/>
          </a:xfrm>
          <a:prstGeom prst="line">
            <a:avLst/>
          </a:prstGeom>
          <a:ln w="19050" cap="flat">
            <a:solidFill>
              <a:srgbClr val="6C2C7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AR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B827A49D-4D42-8A6A-4EF0-EFCAE74056AD}"/>
              </a:ext>
            </a:extLst>
          </p:cNvPr>
          <p:cNvSpPr/>
          <p:nvPr/>
        </p:nvSpPr>
        <p:spPr>
          <a:xfrm>
            <a:off x="6054028" y="9117803"/>
            <a:ext cx="646428" cy="616618"/>
          </a:xfrm>
          <a:custGeom>
            <a:avLst/>
            <a:gdLst/>
            <a:ahLst/>
            <a:cxnLst/>
            <a:rect l="l" t="t" r="r" b="b"/>
            <a:pathLst>
              <a:path w="480390" h="427014">
                <a:moveTo>
                  <a:pt x="0" y="0"/>
                </a:moveTo>
                <a:lnTo>
                  <a:pt x="480390" y="0"/>
                </a:lnTo>
                <a:lnTo>
                  <a:pt x="480390" y="427014"/>
                </a:lnTo>
                <a:lnTo>
                  <a:pt x="0" y="4270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64C0C917-C560-7701-89BB-1FBE5E4C553B}"/>
              </a:ext>
            </a:extLst>
          </p:cNvPr>
          <p:cNvGrpSpPr/>
          <p:nvPr/>
        </p:nvGrpSpPr>
        <p:grpSpPr>
          <a:xfrm>
            <a:off x="547125" y="640098"/>
            <a:ext cx="1411179" cy="1437408"/>
            <a:chOff x="-29658" y="-45188"/>
            <a:chExt cx="1057438" cy="1071289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CA552AD8-3261-015C-13BE-CA3F1B012F34}"/>
                </a:ext>
              </a:extLst>
            </p:cNvPr>
            <p:cNvSpPr/>
            <p:nvPr/>
          </p:nvSpPr>
          <p:spPr>
            <a:xfrm>
              <a:off x="0" y="0"/>
              <a:ext cx="1027780" cy="1014139"/>
            </a:xfrm>
            <a:custGeom>
              <a:avLst/>
              <a:gdLst/>
              <a:ahLst/>
              <a:cxnLst/>
              <a:rect l="l" t="t" r="r" b="b"/>
              <a:pathLst>
                <a:path w="1027780" h="1014139">
                  <a:moveTo>
                    <a:pt x="0" y="0"/>
                  </a:moveTo>
                  <a:lnTo>
                    <a:pt x="1027780" y="0"/>
                  </a:lnTo>
                  <a:lnTo>
                    <a:pt x="1027780" y="1014139"/>
                  </a:lnTo>
                  <a:lnTo>
                    <a:pt x="0" y="101413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AR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69493647-5C65-0EF0-B8B5-121E9D6A53EF}"/>
                </a:ext>
              </a:extLst>
            </p:cNvPr>
            <p:cNvSpPr txBox="1"/>
            <p:nvPr/>
          </p:nvSpPr>
          <p:spPr>
            <a:xfrm>
              <a:off x="-29658" y="-45188"/>
              <a:ext cx="1027780" cy="1071289"/>
            </a:xfrm>
            <a:prstGeom prst="rect">
              <a:avLst/>
            </a:prstGeom>
          </p:spPr>
          <p:txBody>
            <a:bodyPr lIns="46104" tIns="46104" rIns="46104" bIns="46104" rtlCol="0" anchor="ctr"/>
            <a:lstStyle>
              <a:defPPr>
                <a:defRPr lang="en-US"/>
              </a:defPPr>
              <a:lvl1pPr marL="0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19938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39876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59815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79753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099691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519629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939567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359506" algn="l" defTabSz="839876" rtl="0" eaLnBrk="1" latinLnBrk="0" hangingPunct="1">
                <a:defRPr sz="165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274"/>
                </a:lnSpc>
              </a:pPr>
              <a:r>
                <a:rPr lang="en-US" sz="1625" b="1" dirty="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FOTO</a:t>
              </a: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49624EC3-18EE-045D-85BC-BA437D6B3093}"/>
              </a:ext>
            </a:extLst>
          </p:cNvPr>
          <p:cNvSpPr txBox="1"/>
          <p:nvPr/>
        </p:nvSpPr>
        <p:spPr>
          <a:xfrm>
            <a:off x="2891876" y="171579"/>
            <a:ext cx="3185963" cy="9551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9938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39876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9815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79753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99691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9629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39567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59506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4031"/>
              </a:lnSpc>
            </a:pPr>
            <a:r>
              <a:rPr lang="en-US" sz="1600" b="1" dirty="0">
                <a:solidFill>
                  <a:srgbClr val="5C378C"/>
                </a:solidFill>
                <a:latin typeface="Poppins Bold"/>
                <a:ea typeface="Poppins Bold"/>
                <a:cs typeface="Poppins Bold"/>
                <a:sym typeface="Poppins Bold"/>
              </a:rPr>
              <a:t>COLABORADOR PROPUESTO - </a:t>
            </a:r>
            <a:r>
              <a:rPr lang="es-AR" sz="1600" b="1" dirty="0">
                <a:solidFill>
                  <a:srgbClr val="5C378C"/>
                </a:solidFill>
                <a:latin typeface="Poppins Bold"/>
                <a:cs typeface="Poppins Bold"/>
              </a:rPr>
              <a:t>{{NOMBRE}}</a:t>
            </a:r>
            <a:endParaRPr lang="en-US" sz="1600" b="1" dirty="0">
              <a:solidFill>
                <a:srgbClr val="5C378C"/>
              </a:solidFill>
              <a:latin typeface="Poppins Bold"/>
              <a:cs typeface="Poppins Bold"/>
              <a:sym typeface="Poppins Bold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ABCC0438-8A73-0EB9-8C46-CE80313A9372}"/>
              </a:ext>
            </a:extLst>
          </p:cNvPr>
          <p:cNvSpPr txBox="1"/>
          <p:nvPr/>
        </p:nvSpPr>
        <p:spPr>
          <a:xfrm>
            <a:off x="208915" y="2286000"/>
            <a:ext cx="2268949" cy="2786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9938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39876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9815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79753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99691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9629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39567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59506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ts val="2268"/>
              </a:lnSpc>
              <a:buFont typeface="Arial"/>
              <a:buChar char="•"/>
            </a:pPr>
            <a:r>
              <a:rPr lang="es-AR" sz="1400" b="1" dirty="0">
                <a:solidFill>
                  <a:schemeClr val="bg1"/>
                </a:solidFill>
                <a:latin typeface="Poppins Bold"/>
                <a:cs typeface="Poppins Bold"/>
              </a:rPr>
              <a:t>{{PERFIL}}</a:t>
            </a:r>
            <a:endParaRPr lang="en-US" sz="1400" b="1" dirty="0">
              <a:solidFill>
                <a:schemeClr val="bg1"/>
              </a:solidFill>
              <a:latin typeface="Poppins Bold"/>
              <a:cs typeface="Poppins Bold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A6CA2342-9F51-22FD-08F4-ACA2F993B69F}"/>
              </a:ext>
            </a:extLst>
          </p:cNvPr>
          <p:cNvSpPr txBox="1"/>
          <p:nvPr/>
        </p:nvSpPr>
        <p:spPr>
          <a:xfrm>
            <a:off x="264572" y="7119749"/>
            <a:ext cx="2005393" cy="2787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9938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39876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9815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79753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99691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9629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39567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59506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lnSpc>
                <a:spcPts val="2274"/>
              </a:lnSpc>
              <a:buFont typeface="Arial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{{EDUCACIÓN}}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4E9BC484-D019-EBC3-1F41-061D6082A15C}"/>
              </a:ext>
            </a:extLst>
          </p:cNvPr>
          <p:cNvSpPr txBox="1"/>
          <p:nvPr/>
        </p:nvSpPr>
        <p:spPr>
          <a:xfrm>
            <a:off x="2681093" y="1805089"/>
            <a:ext cx="2534539" cy="2762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9938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39876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9815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79753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99691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9629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39567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59506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ts val="2274"/>
              </a:lnSpc>
              <a:buFont typeface="Arial"/>
              <a:buChar char="•"/>
            </a:pPr>
            <a:r>
              <a:rPr lang="en-US" sz="1400" b="1" dirty="0">
                <a:solidFill>
                  <a:srgbClr val="5C378C"/>
                </a:solidFill>
                <a:ea typeface="Poppins Bold"/>
                <a:cs typeface="Poppins Bold"/>
                <a:sym typeface="Poppins Bold"/>
              </a:rPr>
              <a:t>  </a:t>
            </a:r>
            <a:r>
              <a:rPr lang="es-AR" sz="1400" b="1" dirty="0">
                <a:solidFill>
                  <a:srgbClr val="5C378C"/>
                </a:solidFill>
                <a:cs typeface="Poppins Bold"/>
              </a:rPr>
              <a:t>{{EXPERIENCIA_RESTO}}</a:t>
            </a:r>
            <a:endParaRPr lang="en-US" sz="1400" b="1" dirty="0">
              <a:solidFill>
                <a:srgbClr val="5C378C"/>
              </a:solidFill>
              <a:cs typeface="Poppins Bold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8E991D2D-5991-5305-FDD3-C61461103253}"/>
              </a:ext>
            </a:extLst>
          </p:cNvPr>
          <p:cNvSpPr txBox="1"/>
          <p:nvPr/>
        </p:nvSpPr>
        <p:spPr>
          <a:xfrm>
            <a:off x="248126" y="4335472"/>
            <a:ext cx="2409155" cy="2795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9938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39876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9815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79753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99691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9629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39567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59506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lnSpc>
                <a:spcPts val="2274"/>
              </a:lnSpc>
              <a:buFont typeface="Arial"/>
              <a:buChar char="•"/>
            </a:pPr>
            <a:r>
              <a:rPr lang="en-US" sz="1400" b="1" dirty="0">
                <a:solidFill>
                  <a:schemeClr val="bg1"/>
                </a:solidFill>
                <a:latin typeface="Poppins Bold"/>
                <a:ea typeface="Poppins Bold"/>
                <a:cs typeface="Poppins Bold"/>
                <a:sym typeface="Poppins Bold"/>
              </a:rPr>
              <a:t>{{HABILIDADES}}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0A1B3B5-CE5D-FCD0-47D5-A0170FB130F7}"/>
              </a:ext>
            </a:extLst>
          </p:cNvPr>
          <p:cNvSpPr txBox="1"/>
          <p:nvPr/>
        </p:nvSpPr>
        <p:spPr>
          <a:xfrm>
            <a:off x="264572" y="8689949"/>
            <a:ext cx="1820767" cy="2795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9938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39876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9815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79753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99691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9629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39567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59506" algn="l" defTabSz="839876" rtl="0" eaLnBrk="1" latinLnBrk="0" hangingPunct="1"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lnSpc>
                <a:spcPts val="2274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{{IDIOMAS}}</a:t>
            </a:r>
            <a:endParaRPr lang="en-US" sz="1400" dirty="0">
              <a:solidFill>
                <a:srgbClr val="FFFFFF"/>
              </a:solidFill>
              <a:ea typeface="Calibri"/>
              <a:cs typeface="Calibri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5C76642-E823-BD95-A9AA-4348B5C0BE1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125" y="-377061"/>
            <a:ext cx="1440288" cy="1437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5114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4197</TotalTime>
  <Words>75</Words>
  <Application>Microsoft Office PowerPoint</Application>
  <PresentationFormat>A4 (210 x 297 mm)</PresentationFormat>
  <Paragraphs>21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Calibri</vt:lpstr>
      <vt:lpstr>Poppins Bold</vt:lpstr>
      <vt:lpstr>Arial</vt:lpstr>
      <vt:lpstr>Office Theme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Currículo Advogado Trabalhista Minimalista Preto e Branco</dc:title>
  <dc:creator>Cecilia Canosa</dc:creator>
  <cp:lastModifiedBy>Cecilia Canosa</cp:lastModifiedBy>
  <cp:revision>41</cp:revision>
  <dcterms:created xsi:type="dcterms:W3CDTF">2006-08-16T00:00:00Z</dcterms:created>
  <dcterms:modified xsi:type="dcterms:W3CDTF">2026-05-11T19:01:29Z</dcterms:modified>
  <dc:identifier>DAHBH2zSDKQ</dc:identifier>
</cp:coreProperties>
</file>