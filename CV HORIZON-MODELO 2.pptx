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</p:sldIdLst>
  <p:sldSz cx="6858000" cy="9906000" type="A4"/>
  <p:notesSz cx="6858000" cy="9144000"/>
  <p:embeddedFontLst>
    <p:embeddedFont>
      <p:font typeface="Poppins Bold" panose="020B0604020202020204" charset="0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01" userDrawn="1">
          <p15:clr>
            <a:srgbClr val="A4A3A4"/>
          </p15:clr>
        </p15:guide>
        <p15:guide id="2" pos="26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AEC09F-7B3C-BAB8-8307-D95A6DCC551B}" v="55" dt="2026-02-12T15:37:03.9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9" d="100"/>
          <a:sy n="49" d="100"/>
        </p:scale>
        <p:origin x="2784" y="269"/>
      </p:cViewPr>
      <p:guideLst>
        <p:guide orient="horz" pos="2001"/>
        <p:guide pos="261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microsoft.com/office/2015/10/relationships/revisionInfo" Target="revisionInfo.xml"/><Relationship Id="rId5" Type="http://schemas.openxmlformats.org/officeDocument/2006/relationships/font" Target="fonts/font1.fntdata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2407" y="1973553"/>
            <a:ext cx="7053943" cy="136178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44814" y="3600043"/>
            <a:ext cx="5809129" cy="162354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9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9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48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9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47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97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46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96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544" y="4082402"/>
            <a:ext cx="7053943" cy="1261780"/>
          </a:xfrm>
        </p:spPr>
        <p:txBody>
          <a:bodyPr anchor="t"/>
          <a:lstStyle>
            <a:lvl1pPr algn="l">
              <a:defRPr sz="363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544" y="2692680"/>
            <a:ext cx="7053943" cy="1389722"/>
          </a:xfrm>
        </p:spPr>
        <p:txBody>
          <a:bodyPr anchor="b"/>
          <a:lstStyle>
            <a:lvl1pPr marL="0" indent="0">
              <a:buNone/>
              <a:defRPr sz="1815">
                <a:solidFill>
                  <a:schemeClr val="tx1">
                    <a:tint val="75000"/>
                  </a:schemeClr>
                </a:solidFill>
              </a:defRPr>
            </a:lvl1pPr>
            <a:lvl2pPr marL="414955" indent="0">
              <a:buNone/>
              <a:defRPr sz="1634">
                <a:solidFill>
                  <a:schemeClr val="tx1">
                    <a:tint val="75000"/>
                  </a:schemeClr>
                </a:solidFill>
              </a:defRPr>
            </a:lvl2pPr>
            <a:lvl3pPr marL="829909" indent="0">
              <a:buNone/>
              <a:defRPr sz="1452">
                <a:solidFill>
                  <a:schemeClr val="tx1">
                    <a:tint val="75000"/>
                  </a:schemeClr>
                </a:solidFill>
              </a:defRPr>
            </a:lvl3pPr>
            <a:lvl4pPr marL="1244864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4pPr>
            <a:lvl5pPr marL="1659819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5pPr>
            <a:lvl6pPr marL="2074774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6pPr>
            <a:lvl7pPr marL="2489728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7pPr>
            <a:lvl8pPr marL="2904683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8pPr>
            <a:lvl9pPr marL="3319638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938" y="1482371"/>
            <a:ext cx="3665284" cy="4192697"/>
          </a:xfrm>
        </p:spPr>
        <p:txBody>
          <a:bodyPr/>
          <a:lstStyle>
            <a:lvl1pPr>
              <a:defRPr sz="2541"/>
            </a:lvl1pPr>
            <a:lvl2pPr>
              <a:defRPr sz="2178"/>
            </a:lvl2pPr>
            <a:lvl3pPr>
              <a:defRPr sz="1815"/>
            </a:lvl3pPr>
            <a:lvl4pPr>
              <a:defRPr sz="1634"/>
            </a:lvl4pPr>
            <a:lvl5pPr>
              <a:defRPr sz="1634"/>
            </a:lvl5pPr>
            <a:lvl6pPr>
              <a:defRPr sz="1634"/>
            </a:lvl6pPr>
            <a:lvl7pPr>
              <a:defRPr sz="1634"/>
            </a:lvl7pPr>
            <a:lvl8pPr>
              <a:defRPr sz="1634"/>
            </a:lvl8pPr>
            <a:lvl9pPr>
              <a:defRPr sz="1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18534" y="1482371"/>
            <a:ext cx="3665284" cy="4192697"/>
          </a:xfrm>
        </p:spPr>
        <p:txBody>
          <a:bodyPr/>
          <a:lstStyle>
            <a:lvl1pPr>
              <a:defRPr sz="2541"/>
            </a:lvl1pPr>
            <a:lvl2pPr>
              <a:defRPr sz="2178"/>
            </a:lvl2pPr>
            <a:lvl3pPr>
              <a:defRPr sz="1815"/>
            </a:lvl3pPr>
            <a:lvl4pPr>
              <a:defRPr sz="1634"/>
            </a:lvl4pPr>
            <a:lvl5pPr>
              <a:defRPr sz="1634"/>
            </a:lvl5pPr>
            <a:lvl6pPr>
              <a:defRPr sz="1634"/>
            </a:lvl6pPr>
            <a:lvl7pPr>
              <a:defRPr sz="1634"/>
            </a:lvl7pPr>
            <a:lvl8pPr>
              <a:defRPr sz="1634"/>
            </a:lvl8pPr>
            <a:lvl9pPr>
              <a:defRPr sz="1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4938" y="1422076"/>
            <a:ext cx="3666725" cy="592654"/>
          </a:xfrm>
        </p:spPr>
        <p:txBody>
          <a:bodyPr anchor="b"/>
          <a:lstStyle>
            <a:lvl1pPr marL="0" indent="0">
              <a:buNone/>
              <a:defRPr sz="2178" b="1"/>
            </a:lvl1pPr>
            <a:lvl2pPr marL="414955" indent="0">
              <a:buNone/>
              <a:defRPr sz="1815" b="1"/>
            </a:lvl2pPr>
            <a:lvl3pPr marL="829909" indent="0">
              <a:buNone/>
              <a:defRPr sz="1634" b="1"/>
            </a:lvl3pPr>
            <a:lvl4pPr marL="1244864" indent="0">
              <a:buNone/>
              <a:defRPr sz="1452" b="1"/>
            </a:lvl4pPr>
            <a:lvl5pPr marL="1659819" indent="0">
              <a:buNone/>
              <a:defRPr sz="1452" b="1"/>
            </a:lvl5pPr>
            <a:lvl6pPr marL="2074774" indent="0">
              <a:buNone/>
              <a:defRPr sz="1452" b="1"/>
            </a:lvl6pPr>
            <a:lvl7pPr marL="2489728" indent="0">
              <a:buNone/>
              <a:defRPr sz="1452" b="1"/>
            </a:lvl7pPr>
            <a:lvl8pPr marL="2904683" indent="0">
              <a:buNone/>
              <a:defRPr sz="1452" b="1"/>
            </a:lvl8pPr>
            <a:lvl9pPr marL="3319638" indent="0">
              <a:buNone/>
              <a:defRPr sz="14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4938" y="2014730"/>
            <a:ext cx="3666725" cy="3660338"/>
          </a:xfrm>
        </p:spPr>
        <p:txBody>
          <a:bodyPr/>
          <a:lstStyle>
            <a:lvl1pPr>
              <a:defRPr sz="2178"/>
            </a:lvl1pPr>
            <a:lvl2pPr>
              <a:defRPr sz="1815"/>
            </a:lvl2pPr>
            <a:lvl3pPr>
              <a:defRPr sz="1634"/>
            </a:lvl3pPr>
            <a:lvl4pPr>
              <a:defRPr sz="1452"/>
            </a:lvl4pPr>
            <a:lvl5pPr>
              <a:defRPr sz="1452"/>
            </a:lvl5pPr>
            <a:lvl6pPr>
              <a:defRPr sz="1452"/>
            </a:lvl6pPr>
            <a:lvl7pPr>
              <a:defRPr sz="1452"/>
            </a:lvl7pPr>
            <a:lvl8pPr>
              <a:defRPr sz="1452"/>
            </a:lvl8pPr>
            <a:lvl9pPr>
              <a:defRPr sz="14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15653" y="1422076"/>
            <a:ext cx="3668166" cy="592654"/>
          </a:xfrm>
        </p:spPr>
        <p:txBody>
          <a:bodyPr anchor="b"/>
          <a:lstStyle>
            <a:lvl1pPr marL="0" indent="0">
              <a:buNone/>
              <a:defRPr sz="2178" b="1"/>
            </a:lvl1pPr>
            <a:lvl2pPr marL="414955" indent="0">
              <a:buNone/>
              <a:defRPr sz="1815" b="1"/>
            </a:lvl2pPr>
            <a:lvl3pPr marL="829909" indent="0">
              <a:buNone/>
              <a:defRPr sz="1634" b="1"/>
            </a:lvl3pPr>
            <a:lvl4pPr marL="1244864" indent="0">
              <a:buNone/>
              <a:defRPr sz="1452" b="1"/>
            </a:lvl4pPr>
            <a:lvl5pPr marL="1659819" indent="0">
              <a:buNone/>
              <a:defRPr sz="1452" b="1"/>
            </a:lvl5pPr>
            <a:lvl6pPr marL="2074774" indent="0">
              <a:buNone/>
              <a:defRPr sz="1452" b="1"/>
            </a:lvl6pPr>
            <a:lvl7pPr marL="2489728" indent="0">
              <a:buNone/>
              <a:defRPr sz="1452" b="1"/>
            </a:lvl7pPr>
            <a:lvl8pPr marL="2904683" indent="0">
              <a:buNone/>
              <a:defRPr sz="1452" b="1"/>
            </a:lvl8pPr>
            <a:lvl9pPr marL="3319638" indent="0">
              <a:buNone/>
              <a:defRPr sz="14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15653" y="2014730"/>
            <a:ext cx="3668166" cy="3660338"/>
          </a:xfrm>
        </p:spPr>
        <p:txBody>
          <a:bodyPr/>
          <a:lstStyle>
            <a:lvl1pPr>
              <a:defRPr sz="2178"/>
            </a:lvl1pPr>
            <a:lvl2pPr>
              <a:defRPr sz="1815"/>
            </a:lvl2pPr>
            <a:lvl3pPr>
              <a:defRPr sz="1634"/>
            </a:lvl3pPr>
            <a:lvl4pPr>
              <a:defRPr sz="1452"/>
            </a:lvl4pPr>
            <a:lvl5pPr>
              <a:defRPr sz="1452"/>
            </a:lvl5pPr>
            <a:lvl6pPr>
              <a:defRPr sz="1452"/>
            </a:lvl6pPr>
            <a:lvl7pPr>
              <a:defRPr sz="1452"/>
            </a:lvl7pPr>
            <a:lvl8pPr>
              <a:defRPr sz="1452"/>
            </a:lvl8pPr>
            <a:lvl9pPr>
              <a:defRPr sz="14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938" y="252944"/>
            <a:ext cx="2730234" cy="1076483"/>
          </a:xfrm>
        </p:spPr>
        <p:txBody>
          <a:bodyPr anchor="b"/>
          <a:lstStyle>
            <a:lvl1pPr algn="l">
              <a:defRPr sz="181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44583" y="252944"/>
            <a:ext cx="4639235" cy="5422124"/>
          </a:xfrm>
        </p:spPr>
        <p:txBody>
          <a:bodyPr/>
          <a:lstStyle>
            <a:lvl1pPr>
              <a:defRPr sz="2904"/>
            </a:lvl1pPr>
            <a:lvl2pPr>
              <a:defRPr sz="2541"/>
            </a:lvl2pPr>
            <a:lvl3pPr>
              <a:defRPr sz="2178"/>
            </a:lvl3pPr>
            <a:lvl4pPr>
              <a:defRPr sz="1815"/>
            </a:lvl4pPr>
            <a:lvl5pPr>
              <a:defRPr sz="1815"/>
            </a:lvl5pPr>
            <a:lvl6pPr>
              <a:defRPr sz="1815"/>
            </a:lvl6pPr>
            <a:lvl7pPr>
              <a:defRPr sz="1815"/>
            </a:lvl7pPr>
            <a:lvl8pPr>
              <a:defRPr sz="1815"/>
            </a:lvl8pPr>
            <a:lvl9pPr>
              <a:defRPr sz="18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4938" y="1329428"/>
            <a:ext cx="2730234" cy="4345640"/>
          </a:xfrm>
        </p:spPr>
        <p:txBody>
          <a:bodyPr/>
          <a:lstStyle>
            <a:lvl1pPr marL="0" indent="0">
              <a:buNone/>
              <a:defRPr sz="1271"/>
            </a:lvl1pPr>
            <a:lvl2pPr marL="414955" indent="0">
              <a:buNone/>
              <a:defRPr sz="1089"/>
            </a:lvl2pPr>
            <a:lvl3pPr marL="829909" indent="0">
              <a:buNone/>
              <a:defRPr sz="908"/>
            </a:lvl3pPr>
            <a:lvl4pPr marL="1244864" indent="0">
              <a:buNone/>
              <a:defRPr sz="817"/>
            </a:lvl4pPr>
            <a:lvl5pPr marL="1659819" indent="0">
              <a:buNone/>
              <a:defRPr sz="817"/>
            </a:lvl5pPr>
            <a:lvl6pPr marL="2074774" indent="0">
              <a:buNone/>
              <a:defRPr sz="817"/>
            </a:lvl6pPr>
            <a:lvl7pPr marL="2489728" indent="0">
              <a:buNone/>
              <a:defRPr sz="817"/>
            </a:lvl7pPr>
            <a:lvl8pPr marL="2904683" indent="0">
              <a:buNone/>
              <a:defRPr sz="817"/>
            </a:lvl8pPr>
            <a:lvl9pPr marL="3319638" indent="0">
              <a:buNone/>
              <a:defRPr sz="8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6614" y="4447111"/>
            <a:ext cx="4979254" cy="525007"/>
          </a:xfrm>
        </p:spPr>
        <p:txBody>
          <a:bodyPr anchor="b"/>
          <a:lstStyle>
            <a:lvl1pPr algn="l">
              <a:defRPr sz="181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26614" y="567654"/>
            <a:ext cx="4979254" cy="3811810"/>
          </a:xfrm>
        </p:spPr>
        <p:txBody>
          <a:bodyPr/>
          <a:lstStyle>
            <a:lvl1pPr marL="0" indent="0">
              <a:buNone/>
              <a:defRPr sz="2904"/>
            </a:lvl1pPr>
            <a:lvl2pPr marL="414955" indent="0">
              <a:buNone/>
              <a:defRPr sz="2541"/>
            </a:lvl2pPr>
            <a:lvl3pPr marL="829909" indent="0">
              <a:buNone/>
              <a:defRPr sz="2178"/>
            </a:lvl3pPr>
            <a:lvl4pPr marL="1244864" indent="0">
              <a:buNone/>
              <a:defRPr sz="1815"/>
            </a:lvl4pPr>
            <a:lvl5pPr marL="1659819" indent="0">
              <a:buNone/>
              <a:defRPr sz="1815"/>
            </a:lvl5pPr>
            <a:lvl6pPr marL="2074774" indent="0">
              <a:buNone/>
              <a:defRPr sz="1815"/>
            </a:lvl6pPr>
            <a:lvl7pPr marL="2489728" indent="0">
              <a:buNone/>
              <a:defRPr sz="1815"/>
            </a:lvl7pPr>
            <a:lvl8pPr marL="2904683" indent="0">
              <a:buNone/>
              <a:defRPr sz="1815"/>
            </a:lvl8pPr>
            <a:lvl9pPr marL="3319638" indent="0">
              <a:buNone/>
              <a:defRPr sz="1815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26614" y="4972118"/>
            <a:ext cx="4979254" cy="745597"/>
          </a:xfrm>
        </p:spPr>
        <p:txBody>
          <a:bodyPr/>
          <a:lstStyle>
            <a:lvl1pPr marL="0" indent="0">
              <a:buNone/>
              <a:defRPr sz="1271"/>
            </a:lvl1pPr>
            <a:lvl2pPr marL="414955" indent="0">
              <a:buNone/>
              <a:defRPr sz="1089"/>
            </a:lvl2pPr>
            <a:lvl3pPr marL="829909" indent="0">
              <a:buNone/>
              <a:defRPr sz="908"/>
            </a:lvl3pPr>
            <a:lvl4pPr marL="1244864" indent="0">
              <a:buNone/>
              <a:defRPr sz="817"/>
            </a:lvl4pPr>
            <a:lvl5pPr marL="1659819" indent="0">
              <a:buNone/>
              <a:defRPr sz="817"/>
            </a:lvl5pPr>
            <a:lvl6pPr marL="2074774" indent="0">
              <a:buNone/>
              <a:defRPr sz="817"/>
            </a:lvl6pPr>
            <a:lvl7pPr marL="2489728" indent="0">
              <a:buNone/>
              <a:defRPr sz="817"/>
            </a:lvl7pPr>
            <a:lvl8pPr marL="2904683" indent="0">
              <a:buNone/>
              <a:defRPr sz="817"/>
            </a:lvl8pPr>
            <a:lvl9pPr marL="3319638" indent="0">
              <a:buNone/>
              <a:defRPr sz="8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16598" y="254416"/>
            <a:ext cx="1867220" cy="542065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14938" y="254416"/>
            <a:ext cx="5463348" cy="542065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4938" y="254415"/>
            <a:ext cx="7468881" cy="1058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4938" y="1482371"/>
            <a:ext cx="7468881" cy="41926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14938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35409" y="5888306"/>
            <a:ext cx="2627939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47442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7" name="AutoShape 7"/>
          <p:cNvSpPr/>
          <p:nvPr/>
        </p:nvSpPr>
        <p:spPr>
          <a:xfrm>
            <a:off x="3349881" y="2286000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8" name="Freeform 8"/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grpSp>
        <p:nvGrpSpPr>
          <p:cNvPr id="9" name="Group 9"/>
          <p:cNvGrpSpPr/>
          <p:nvPr/>
        </p:nvGrpSpPr>
        <p:grpSpPr>
          <a:xfrm>
            <a:off x="182880" y="285193"/>
            <a:ext cx="1371600" cy="1360727"/>
            <a:chOff x="0" y="0"/>
            <a:chExt cx="1027780" cy="101413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519445" y="434668"/>
            <a:ext cx="3185963" cy="15240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031"/>
              </a:lnSpc>
            </a:pPr>
            <a:r>
              <a:rPr lang="en-US" sz="2879" b="1" dirty="0">
                <a:solidFill>
                  <a:srgbClr val="5C378C"/>
                </a:solidFill>
                <a:latin typeface="Poppins Bold"/>
                <a:ea typeface="Poppins Bold"/>
                <a:cs typeface="Poppins Bold"/>
                <a:sym typeface="Poppins Bold"/>
              </a:rPr>
              <a:t>COLABORADOR PROPUESTO - </a:t>
            </a:r>
            <a:r>
              <a:rPr lang="es-AR" sz="2879" b="1" dirty="0">
                <a:solidFill>
                  <a:srgbClr val="5C378C"/>
                </a:solidFill>
                <a:latin typeface="Poppins Bold"/>
                <a:cs typeface="Poppins Bold"/>
              </a:rPr>
              <a:t>{{NOMBRE}}</a:t>
            </a:r>
            <a:endParaRPr lang="en-US" sz="2879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33007" y="2286000"/>
            <a:ext cx="2268949" cy="2786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68"/>
              </a:lnSpc>
              <a:buFont typeface="Arial"/>
              <a:buChar char="•"/>
            </a:pPr>
            <a:r>
              <a:rPr lang="es-AR" sz="1600" b="1" dirty="0">
                <a:solidFill>
                  <a:schemeClr val="bg1"/>
                </a:solidFill>
                <a:latin typeface="Poppins Bold"/>
                <a:cs typeface="Poppins Bold"/>
              </a:rPr>
              <a:t>{{PERFIL}}</a:t>
            </a:r>
            <a:endParaRPr lang="en-US" sz="1600" b="1" dirty="0">
              <a:solidFill>
                <a:schemeClr val="bg1"/>
              </a:solidFill>
              <a:latin typeface="Poppins Bold"/>
              <a:cs typeface="Poppins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33007" y="7112606"/>
            <a:ext cx="2005393" cy="2787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{{EDUCACIÓN}}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3519488" y="2692236"/>
            <a:ext cx="2534539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5C378C"/>
                </a:solidFill>
                <a:ea typeface="Poppins Bold"/>
                <a:cs typeface="Poppins Bold"/>
                <a:sym typeface="Poppins Bold"/>
              </a:rPr>
              <a:t>  </a:t>
            </a:r>
            <a:r>
              <a:rPr lang="es-AR" sz="1625" b="1" dirty="0">
                <a:solidFill>
                  <a:srgbClr val="5C378C"/>
                </a:solidFill>
                <a:cs typeface="Poppins Bold"/>
              </a:rPr>
              <a:t>{{EXPERIENCIA_1_2}}</a:t>
            </a:r>
            <a:endParaRPr lang="en-US" sz="1625" b="1" dirty="0">
              <a:solidFill>
                <a:srgbClr val="5C378C"/>
              </a:solidFill>
              <a:cs typeface="Poppins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10245" y="4343400"/>
            <a:ext cx="2409155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ts val="2274"/>
              </a:lnSpc>
              <a:buFont typeface="Arial"/>
              <a:buChar char="•"/>
            </a:pPr>
            <a:r>
              <a:rPr lang="en-US" sz="1600" b="1" dirty="0">
                <a:solidFill>
                  <a:schemeClr val="bg1"/>
                </a:solidFill>
                <a:latin typeface="Poppins Bold"/>
                <a:ea typeface="Poppins Bold"/>
                <a:cs typeface="Poppins Bold"/>
                <a:sym typeface="Poppins Bold"/>
              </a:rPr>
              <a:t>{{HABILIDADES}}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33007" y="8712036"/>
            <a:ext cx="1820767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ts val="2274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{{IDIOMAS}}</a:t>
            </a:r>
            <a:endParaRPr lang="en-US" sz="1600" dirty="0">
              <a:solidFill>
                <a:srgbClr val="FFFFFF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5A04C-058D-992A-CBCD-BFC4FBAD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226A8AC-1700-1032-97CD-CB38B5F85A7B}"/>
              </a:ext>
            </a:extLst>
          </p:cNvPr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1899D1B-B1FC-CA67-EB3A-E751CC357CAB}"/>
                </a:ext>
              </a:extLst>
            </p:cNvPr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DD0EBDE-48D0-531E-EBBF-A59D95AF1C5C}"/>
                </a:ext>
              </a:extLst>
            </p:cNvPr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FBF81953-59F8-0479-C205-9ABE35D279DC}"/>
              </a:ext>
            </a:extLst>
          </p:cNvPr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0365B55-E7DA-3529-4805-B7F4FC737DDA}"/>
              </a:ext>
            </a:extLst>
          </p:cNvPr>
          <p:cNvSpPr txBox="1"/>
          <p:nvPr/>
        </p:nvSpPr>
        <p:spPr>
          <a:xfrm>
            <a:off x="3519445" y="434668"/>
            <a:ext cx="3185963" cy="15240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031"/>
              </a:lnSpc>
            </a:pPr>
            <a:r>
              <a:rPr lang="en-US" sz="2879" b="1" dirty="0">
                <a:solidFill>
                  <a:srgbClr val="5C378C"/>
                </a:solidFill>
                <a:latin typeface="Poppins Bold"/>
                <a:ea typeface="Poppins Bold"/>
                <a:cs typeface="Poppins Bold"/>
                <a:sym typeface="Poppins Bold"/>
              </a:rPr>
              <a:t>COLABORADOR PROPUESTO - </a:t>
            </a:r>
            <a:r>
              <a:rPr lang="es-AR" sz="2879" b="1" dirty="0">
                <a:solidFill>
                  <a:srgbClr val="5C378C"/>
                </a:solidFill>
                <a:latin typeface="Poppins Bold"/>
                <a:cs typeface="Poppins Bold"/>
              </a:rPr>
              <a:t>{{NOMBRE}}</a:t>
            </a:r>
            <a:endParaRPr lang="en-US" sz="2879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3273471D-02BF-5C75-63D0-128C6EDF04F3}"/>
              </a:ext>
            </a:extLst>
          </p:cNvPr>
          <p:cNvGrpSpPr/>
          <p:nvPr/>
        </p:nvGrpSpPr>
        <p:grpSpPr>
          <a:xfrm>
            <a:off x="182880" y="285193"/>
            <a:ext cx="1371600" cy="1360727"/>
            <a:chOff x="0" y="0"/>
            <a:chExt cx="1027780" cy="1014139"/>
          </a:xfrm>
        </p:grpSpPr>
        <p:sp>
          <p:nvSpPr>
            <p:cNvPr id="6" name="Freeform 10">
              <a:extLst>
                <a:ext uri="{FF2B5EF4-FFF2-40B4-BE49-F238E27FC236}">
                  <a16:creationId xmlns:a16="http://schemas.microsoft.com/office/drawing/2014/main" id="{6E4E4322-325A-8075-0D29-05D26A9EF9CE}"/>
                </a:ext>
              </a:extLst>
            </p:cNvPr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4" name="TextBox 11">
              <a:extLst>
                <a:ext uri="{FF2B5EF4-FFF2-40B4-BE49-F238E27FC236}">
                  <a16:creationId xmlns:a16="http://schemas.microsoft.com/office/drawing/2014/main" id="{63626D7F-02A4-A656-C395-F47A55119E87}"/>
                </a:ext>
              </a:extLst>
            </p:cNvPr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  <p:sp>
        <p:nvSpPr>
          <p:cNvPr id="9" name="AutoShape 7">
            <a:extLst>
              <a:ext uri="{FF2B5EF4-FFF2-40B4-BE49-F238E27FC236}">
                <a16:creationId xmlns:a16="http://schemas.microsoft.com/office/drawing/2014/main" id="{7C1046AC-79E3-815B-84F4-75B3DA826E60}"/>
              </a:ext>
            </a:extLst>
          </p:cNvPr>
          <p:cNvSpPr/>
          <p:nvPr/>
        </p:nvSpPr>
        <p:spPr>
          <a:xfrm>
            <a:off x="3349881" y="2362200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1979F8D4-1D72-64A5-B12A-90B7A5F34607}"/>
              </a:ext>
            </a:extLst>
          </p:cNvPr>
          <p:cNvSpPr txBox="1"/>
          <p:nvPr/>
        </p:nvSpPr>
        <p:spPr>
          <a:xfrm>
            <a:off x="3519488" y="2692236"/>
            <a:ext cx="2534539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5C378C"/>
                </a:solidFill>
                <a:ea typeface="Poppins Bold"/>
                <a:cs typeface="Poppins Bold"/>
                <a:sym typeface="Poppins Bold"/>
              </a:rPr>
              <a:t>  </a:t>
            </a:r>
            <a:r>
              <a:rPr lang="es-AR" sz="1625" b="1" dirty="0">
                <a:solidFill>
                  <a:srgbClr val="5C378C"/>
                </a:solidFill>
                <a:cs typeface="Poppins Bold"/>
              </a:rPr>
              <a:t>{{EXPERIENCIA_RESTO}}</a:t>
            </a:r>
            <a:endParaRPr lang="en-US" sz="1625" b="1" dirty="0">
              <a:solidFill>
                <a:srgbClr val="5C378C"/>
              </a:solidFill>
              <a:cs typeface="Poppins Bold"/>
            </a:endParaRPr>
          </a:p>
        </p:txBody>
      </p:sp>
    </p:spTree>
    <p:extLst>
      <p:ext uri="{BB962C8B-B14F-4D97-AF65-F5344CB8AC3E}">
        <p14:creationId xmlns:p14="http://schemas.microsoft.com/office/powerpoint/2010/main" val="3478606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F8E09-C94E-492D-404D-62EAF13B7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EF027E7-E03F-12DC-868D-3415A4BBA822}"/>
              </a:ext>
            </a:extLst>
          </p:cNvPr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82530B4-0BF0-79E7-FFE6-DF0CA863E025}"/>
                </a:ext>
              </a:extLst>
            </p:cNvPr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9D6BB2DF-2D39-288B-8570-52035C9E85D9}"/>
                </a:ext>
              </a:extLst>
            </p:cNvPr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4989AF5F-85BD-1FA0-F51D-324B3FECF77D}"/>
              </a:ext>
            </a:extLst>
          </p:cNvPr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08B7FF6-BE27-9BB2-5859-A40AC450BCB6}"/>
              </a:ext>
            </a:extLst>
          </p:cNvPr>
          <p:cNvSpPr txBox="1"/>
          <p:nvPr/>
        </p:nvSpPr>
        <p:spPr>
          <a:xfrm>
            <a:off x="3519445" y="434668"/>
            <a:ext cx="3185963" cy="15240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031"/>
              </a:lnSpc>
            </a:pPr>
            <a:r>
              <a:rPr lang="en-US" sz="2879" b="1" dirty="0">
                <a:solidFill>
                  <a:srgbClr val="5C378C"/>
                </a:solidFill>
                <a:latin typeface="Poppins Bold"/>
                <a:ea typeface="Poppins Bold"/>
                <a:cs typeface="Poppins Bold"/>
                <a:sym typeface="Poppins Bold"/>
              </a:rPr>
              <a:t>COLABORADOR PROPUESTO - </a:t>
            </a:r>
            <a:r>
              <a:rPr lang="es-AR" sz="2879" b="1" dirty="0">
                <a:solidFill>
                  <a:srgbClr val="5C378C"/>
                </a:solidFill>
                <a:latin typeface="Poppins Bold"/>
                <a:cs typeface="Poppins Bold"/>
              </a:rPr>
              <a:t>{{NOMBRE}}</a:t>
            </a:r>
            <a:endParaRPr lang="en-US" sz="2879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AF1DAC52-AF0B-ADC2-4DE0-A2E6F47DDA70}"/>
              </a:ext>
            </a:extLst>
          </p:cNvPr>
          <p:cNvGrpSpPr/>
          <p:nvPr/>
        </p:nvGrpSpPr>
        <p:grpSpPr>
          <a:xfrm>
            <a:off x="182880" y="285193"/>
            <a:ext cx="1371600" cy="1360727"/>
            <a:chOff x="0" y="0"/>
            <a:chExt cx="1027780" cy="1014139"/>
          </a:xfrm>
        </p:grpSpPr>
        <p:sp>
          <p:nvSpPr>
            <p:cNvPr id="6" name="Freeform 10">
              <a:extLst>
                <a:ext uri="{FF2B5EF4-FFF2-40B4-BE49-F238E27FC236}">
                  <a16:creationId xmlns:a16="http://schemas.microsoft.com/office/drawing/2014/main" id="{3F2EFD41-9605-25FF-C5F9-E29AC4E69A72}"/>
                </a:ext>
              </a:extLst>
            </p:cNvPr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4" name="TextBox 11">
              <a:extLst>
                <a:ext uri="{FF2B5EF4-FFF2-40B4-BE49-F238E27FC236}">
                  <a16:creationId xmlns:a16="http://schemas.microsoft.com/office/drawing/2014/main" id="{26AB7D65-CE24-EED7-5009-994E8CEF629A}"/>
                </a:ext>
              </a:extLst>
            </p:cNvPr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  <p:sp>
        <p:nvSpPr>
          <p:cNvPr id="9" name="AutoShape 7">
            <a:extLst>
              <a:ext uri="{FF2B5EF4-FFF2-40B4-BE49-F238E27FC236}">
                <a16:creationId xmlns:a16="http://schemas.microsoft.com/office/drawing/2014/main" id="{B1F4485B-5C08-6C0B-41A8-8A75A93563AF}"/>
              </a:ext>
            </a:extLst>
          </p:cNvPr>
          <p:cNvSpPr/>
          <p:nvPr/>
        </p:nvSpPr>
        <p:spPr>
          <a:xfrm>
            <a:off x="3349881" y="2362200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3441EE03-6B7C-5FFC-1EB4-82D525A75294}"/>
              </a:ext>
            </a:extLst>
          </p:cNvPr>
          <p:cNvSpPr txBox="1"/>
          <p:nvPr/>
        </p:nvSpPr>
        <p:spPr>
          <a:xfrm>
            <a:off x="3519488" y="2692236"/>
            <a:ext cx="2534539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5C378C"/>
                </a:solidFill>
                <a:ea typeface="Poppins Bold"/>
                <a:cs typeface="Poppins Bold"/>
                <a:sym typeface="Poppins Bold"/>
              </a:rPr>
              <a:t>  </a:t>
            </a:r>
            <a:r>
              <a:rPr lang="es-AR" sz="1625" b="1" dirty="0">
                <a:solidFill>
                  <a:srgbClr val="5C378C"/>
                </a:solidFill>
                <a:cs typeface="Poppins Bold"/>
              </a:rPr>
              <a:t>{{EXPERIENCIA_RESTO}}</a:t>
            </a:r>
            <a:endParaRPr lang="en-US" sz="1625" b="1" dirty="0">
              <a:solidFill>
                <a:srgbClr val="5C378C"/>
              </a:solidFill>
              <a:cs typeface="Poppins Bold"/>
            </a:endParaRPr>
          </a:p>
        </p:txBody>
      </p:sp>
    </p:spTree>
    <p:extLst>
      <p:ext uri="{BB962C8B-B14F-4D97-AF65-F5344CB8AC3E}">
        <p14:creationId xmlns:p14="http://schemas.microsoft.com/office/powerpoint/2010/main" val="1689165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51</Words>
  <Application>Microsoft Office PowerPoint</Application>
  <PresentationFormat>A4 (210 x 297 mm)</PresentationFormat>
  <Paragraphs>13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Calibri</vt:lpstr>
      <vt:lpstr>Arial</vt:lpstr>
      <vt:lpstr>Poppins Bold</vt:lpstr>
      <vt:lpstr>Office Theme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Currículo Advogado Trabalhista Minimalista Preto e Branco</dc:title>
  <cp:lastModifiedBy>Gabriel Cánepa</cp:lastModifiedBy>
  <cp:revision>39</cp:revision>
  <dcterms:created xsi:type="dcterms:W3CDTF">2006-08-16T00:00:00Z</dcterms:created>
  <dcterms:modified xsi:type="dcterms:W3CDTF">2026-02-19T16:41:33Z</dcterms:modified>
  <dc:identifier>DAHBH2zSDKQ</dc:identifier>
</cp:coreProperties>
</file>