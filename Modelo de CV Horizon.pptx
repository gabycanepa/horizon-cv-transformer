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4"/>
  </p:sldMasterIdLst>
  <p:notesMasterIdLst>
    <p:notesMasterId r:id="rId9"/>
  </p:notesMasterIdLst>
  <p:sldIdLst>
    <p:sldId id="368" r:id="rId5"/>
    <p:sldId id="370" r:id="rId6"/>
    <p:sldId id="371" r:id="rId7"/>
    <p:sldId id="305" r:id="rId8"/>
  </p:sldIdLst>
  <p:sldSz cx="9144000" cy="5143500" type="screen16x9"/>
  <p:notesSz cx="9144000" cy="5143500"/>
  <p:defaultTextStyle>
    <a:defPPr>
      <a:defRPr lang="es-A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E142D3"/>
    <a:srgbClr val="632C79"/>
    <a:srgbClr val="462E9F"/>
    <a:srgbClr val="FE049B"/>
    <a:srgbClr val="FF57B8"/>
    <a:srgbClr val="7977B7"/>
    <a:srgbClr val="6C69B0"/>
    <a:srgbClr val="4081BB"/>
    <a:srgbClr val="A900F0"/>
    <a:srgbClr val="FE0098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02DBC8F2-A55B-947D-5B83-355213F31CF4}" v="1808" dt="2025-12-29T17:09:42.513"/>
  </p1510:revLst>
</p1510:revInfo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5C22544A-7EE6-4342-B048-85BDC9FD1C3A}" styleName="Estilo medio 2 - Énfasis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7641" autoAdjust="0"/>
    <p:restoredTop sz="87673" autoAdjust="0"/>
  </p:normalViewPr>
  <p:slideViewPr>
    <p:cSldViewPr>
      <p:cViewPr varScale="1">
        <p:scale>
          <a:sx n="95" d="100"/>
          <a:sy n="95" d="100"/>
        </p:scale>
        <p:origin x="998" y="72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tableStyles" Target="tableStyles.xml"/><Relationship Id="rId3" Type="http://schemas.openxmlformats.org/officeDocument/2006/relationships/customXml" Target="../customXml/item3.xml"/><Relationship Id="rId7" Type="http://schemas.openxmlformats.org/officeDocument/2006/relationships/slide" Target="slides/slide3.xml"/><Relationship Id="rId12" Type="http://schemas.openxmlformats.org/officeDocument/2006/relationships/theme" Target="theme/theme1.xml"/><Relationship Id="rId2" Type="http://schemas.openxmlformats.org/officeDocument/2006/relationships/customXml" Target="../customXml/item2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viewProps" Target="viewProps.xml"/><Relationship Id="rId5" Type="http://schemas.openxmlformats.org/officeDocument/2006/relationships/slide" Target="slides/slide1.xml"/><Relationship Id="rId15" Type="http://schemas.microsoft.com/office/2015/10/relationships/revisionInfo" Target="revisionInfo.xml"/><Relationship Id="rId10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notesMaster" Target="notesMasters/notesMaster1.xml"/><Relationship Id="rId14" Type="http://schemas.microsoft.com/office/2016/11/relationships/changesInfo" Target="changesInfos/changesInfo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Cecilia Canosa" userId="S::cecilia.canosa@horizonci.com.ar::3e40c43b-82b5-4a66-8039-76667ae36a79" providerId="AD" clId="Web-{02DBC8F2-A55B-947D-5B83-355213F31CF4}"/>
    <pc:docChg chg="addSld delSld modSld">
      <pc:chgData name="Cecilia Canosa" userId="S::cecilia.canosa@horizonci.com.ar::3e40c43b-82b5-4a66-8039-76667ae36a79" providerId="AD" clId="Web-{02DBC8F2-A55B-947D-5B83-355213F31CF4}" dt="2025-12-29T17:09:42.513" v="1094"/>
      <pc:docMkLst>
        <pc:docMk/>
      </pc:docMkLst>
      <pc:sldChg chg="addSp delSp modSp mod setBg">
        <pc:chgData name="Cecilia Canosa" userId="S::cecilia.canosa@horizonci.com.ar::3e40c43b-82b5-4a66-8039-76667ae36a79" providerId="AD" clId="Web-{02DBC8F2-A55B-947D-5B83-355213F31CF4}" dt="2025-12-29T17:09:31.701" v="1092" actId="1076"/>
        <pc:sldMkLst>
          <pc:docMk/>
          <pc:sldMk cId="1267324387" sldId="368"/>
        </pc:sldMkLst>
        <pc:spChg chg="mod">
          <ac:chgData name="Cecilia Canosa" userId="S::cecilia.canosa@horizonci.com.ar::3e40c43b-82b5-4a66-8039-76667ae36a79" providerId="AD" clId="Web-{02DBC8F2-A55B-947D-5B83-355213F31CF4}" dt="2025-12-29T17:09:11.732" v="1088" actId="20577"/>
          <ac:spMkLst>
            <pc:docMk/>
            <pc:sldMk cId="1267324387" sldId="368"/>
            <ac:spMk id="2" creationId="{0359E63B-1C4E-22B6-1B1B-396F84D90E9A}"/>
          </ac:spMkLst>
        </pc:spChg>
        <pc:spChg chg="mod ord">
          <ac:chgData name="Cecilia Canosa" userId="S::cecilia.canosa@horizonci.com.ar::3e40c43b-82b5-4a66-8039-76667ae36a79" providerId="AD" clId="Web-{02DBC8F2-A55B-947D-5B83-355213F31CF4}" dt="2025-12-29T17:03:43.057" v="959" actId="20577"/>
          <ac:spMkLst>
            <pc:docMk/>
            <pc:sldMk cId="1267324387" sldId="368"/>
            <ac:spMk id="4" creationId="{80D88921-53BE-B809-36A1-BB90AD88EBA2}"/>
          </ac:spMkLst>
        </pc:spChg>
        <pc:spChg chg="add del">
          <ac:chgData name="Cecilia Canosa" userId="S::cecilia.canosa@horizonci.com.ar::3e40c43b-82b5-4a66-8039-76667ae36a79" providerId="AD" clId="Web-{02DBC8F2-A55B-947D-5B83-355213F31CF4}" dt="2025-12-29T15:46:32.822" v="50"/>
          <ac:spMkLst>
            <pc:docMk/>
            <pc:sldMk cId="1267324387" sldId="368"/>
            <ac:spMk id="11" creationId="{352BEC0E-22F8-46D0-9632-375DB541B06C}"/>
          </ac:spMkLst>
        </pc:spChg>
        <pc:spChg chg="add del">
          <ac:chgData name="Cecilia Canosa" userId="S::cecilia.canosa@horizonci.com.ar::3e40c43b-82b5-4a66-8039-76667ae36a79" providerId="AD" clId="Web-{02DBC8F2-A55B-947D-5B83-355213F31CF4}" dt="2025-12-29T15:46:32.822" v="50"/>
          <ac:spMkLst>
            <pc:docMk/>
            <pc:sldMk cId="1267324387" sldId="368"/>
            <ac:spMk id="13" creationId="{3FCFB1DE-0B7E-48CC-BA90-B2AB0889F9D6}"/>
          </ac:spMkLst>
        </pc:spChg>
        <pc:spChg chg="add del">
          <ac:chgData name="Cecilia Canosa" userId="S::cecilia.canosa@horizonci.com.ar::3e40c43b-82b5-4a66-8039-76667ae36a79" providerId="AD" clId="Web-{02DBC8F2-A55B-947D-5B83-355213F31CF4}" dt="2025-12-29T15:46:37.400" v="52"/>
          <ac:spMkLst>
            <pc:docMk/>
            <pc:sldMk cId="1267324387" sldId="368"/>
            <ac:spMk id="15" creationId="{6313CF8F-B436-401E-9575-DE0F8E8B5B17}"/>
          </ac:spMkLst>
        </pc:spChg>
        <pc:spChg chg="add del">
          <ac:chgData name="Cecilia Canosa" userId="S::cecilia.canosa@horizonci.com.ar::3e40c43b-82b5-4a66-8039-76667ae36a79" providerId="AD" clId="Web-{02DBC8F2-A55B-947D-5B83-355213F31CF4}" dt="2025-12-29T15:46:37.400" v="52"/>
          <ac:spMkLst>
            <pc:docMk/>
            <pc:sldMk cId="1267324387" sldId="368"/>
            <ac:spMk id="16" creationId="{63F5877B-98C7-49DD-83AB-0F6F57CB6543}"/>
          </ac:spMkLst>
        </pc:spChg>
        <pc:spChg chg="add del">
          <ac:chgData name="Cecilia Canosa" userId="S::cecilia.canosa@horizonci.com.ar::3e40c43b-82b5-4a66-8039-76667ae36a79" providerId="AD" clId="Web-{02DBC8F2-A55B-947D-5B83-355213F31CF4}" dt="2025-12-29T15:46:37.400" v="52"/>
          <ac:spMkLst>
            <pc:docMk/>
            <pc:sldMk cId="1267324387" sldId="368"/>
            <ac:spMk id="17" creationId="{2A38CFE9-C30A-4551-ACCB-D5808FBC39CD}"/>
          </ac:spMkLst>
        </pc:spChg>
        <pc:spChg chg="add del">
          <ac:chgData name="Cecilia Canosa" userId="S::cecilia.canosa@horizonci.com.ar::3e40c43b-82b5-4a66-8039-76667ae36a79" providerId="AD" clId="Web-{02DBC8F2-A55B-947D-5B83-355213F31CF4}" dt="2025-12-29T15:46:37.400" v="52"/>
          <ac:spMkLst>
            <pc:docMk/>
            <pc:sldMk cId="1267324387" sldId="368"/>
            <ac:spMk id="18" creationId="{4EA91930-66BC-4C41-B4F5-C31EB216F64B}"/>
          </ac:spMkLst>
        </pc:spChg>
        <pc:spChg chg="add del">
          <ac:chgData name="Cecilia Canosa" userId="S::cecilia.canosa@horizonci.com.ar::3e40c43b-82b5-4a66-8039-76667ae36a79" providerId="AD" clId="Web-{02DBC8F2-A55B-947D-5B83-355213F31CF4}" dt="2025-12-29T15:46:37.400" v="52"/>
          <ac:spMkLst>
            <pc:docMk/>
            <pc:sldMk cId="1267324387" sldId="368"/>
            <ac:spMk id="19" creationId="{67EF550F-47CE-4FB2-9DAC-12AD835C833D}"/>
          </ac:spMkLst>
        </pc:spChg>
        <pc:spChg chg="add del">
          <ac:chgData name="Cecilia Canosa" userId="S::cecilia.canosa@horizonci.com.ar::3e40c43b-82b5-4a66-8039-76667ae36a79" providerId="AD" clId="Web-{02DBC8F2-A55B-947D-5B83-355213F31CF4}" dt="2025-12-29T15:46:49.479" v="54"/>
          <ac:spMkLst>
            <pc:docMk/>
            <pc:sldMk cId="1267324387" sldId="368"/>
            <ac:spMk id="21" creationId="{5EF17487-C386-4F99-B5EB-4FD3DF4236B2}"/>
          </ac:spMkLst>
        </pc:spChg>
        <pc:spChg chg="add del">
          <ac:chgData name="Cecilia Canosa" userId="S::cecilia.canosa@horizonci.com.ar::3e40c43b-82b5-4a66-8039-76667ae36a79" providerId="AD" clId="Web-{02DBC8F2-A55B-947D-5B83-355213F31CF4}" dt="2025-12-29T15:46:49.479" v="54"/>
          <ac:spMkLst>
            <pc:docMk/>
            <pc:sldMk cId="1267324387" sldId="368"/>
            <ac:spMk id="22" creationId="{A0DE92DF-4769-4DE9-93FD-EE31271850CA}"/>
          </ac:spMkLst>
        </pc:spChg>
        <pc:spChg chg="add del">
          <ac:chgData name="Cecilia Canosa" userId="S::cecilia.canosa@horizonci.com.ar::3e40c43b-82b5-4a66-8039-76667ae36a79" providerId="AD" clId="Web-{02DBC8F2-A55B-947D-5B83-355213F31CF4}" dt="2025-12-29T15:46:59.558" v="56"/>
          <ac:spMkLst>
            <pc:docMk/>
            <pc:sldMk cId="1267324387" sldId="368"/>
            <ac:spMk id="24" creationId="{5AC1364A-3E3D-4F0D-8776-78AF3A270DD6}"/>
          </ac:spMkLst>
        </pc:spChg>
        <pc:spChg chg="add del">
          <ac:chgData name="Cecilia Canosa" userId="S::cecilia.canosa@horizonci.com.ar::3e40c43b-82b5-4a66-8039-76667ae36a79" providerId="AD" clId="Web-{02DBC8F2-A55B-947D-5B83-355213F31CF4}" dt="2025-12-29T15:46:59.558" v="56"/>
          <ac:spMkLst>
            <pc:docMk/>
            <pc:sldMk cId="1267324387" sldId="368"/>
            <ac:spMk id="25" creationId="{3FCFB1DE-0B7E-48CC-BA90-B2AB0889F9D6}"/>
          </ac:spMkLst>
        </pc:spChg>
        <pc:spChg chg="add del">
          <ac:chgData name="Cecilia Canosa" userId="S::cecilia.canosa@horizonci.com.ar::3e40c43b-82b5-4a66-8039-76667ae36a79" providerId="AD" clId="Web-{02DBC8F2-A55B-947D-5B83-355213F31CF4}" dt="2025-12-29T15:47:08.449" v="58"/>
          <ac:spMkLst>
            <pc:docMk/>
            <pc:sldMk cId="1267324387" sldId="368"/>
            <ac:spMk id="27" creationId="{327D73B4-9F5C-4A64-A179-51B9500CB8B5}"/>
          </ac:spMkLst>
        </pc:spChg>
        <pc:spChg chg="add del">
          <ac:chgData name="Cecilia Canosa" userId="S::cecilia.canosa@horizonci.com.ar::3e40c43b-82b5-4a66-8039-76667ae36a79" providerId="AD" clId="Web-{02DBC8F2-A55B-947D-5B83-355213F31CF4}" dt="2025-12-29T15:47:08.449" v="58"/>
          <ac:spMkLst>
            <pc:docMk/>
            <pc:sldMk cId="1267324387" sldId="368"/>
            <ac:spMk id="28" creationId="{D0F14822-B1F1-4730-A131-C3416A790B0D}"/>
          </ac:spMkLst>
        </pc:spChg>
        <pc:spChg chg="add del">
          <ac:chgData name="Cecilia Canosa" userId="S::cecilia.canosa@horizonci.com.ar::3e40c43b-82b5-4a66-8039-76667ae36a79" providerId="AD" clId="Web-{02DBC8F2-A55B-947D-5B83-355213F31CF4}" dt="2025-12-29T15:47:08.449" v="58"/>
          <ac:spMkLst>
            <pc:docMk/>
            <pc:sldMk cId="1267324387" sldId="368"/>
            <ac:spMk id="29" creationId="{063F1D6B-3845-4F68-9803-39000080ECE7}"/>
          </ac:spMkLst>
        </pc:spChg>
        <pc:spChg chg="add del">
          <ac:chgData name="Cecilia Canosa" userId="S::cecilia.canosa@horizonci.com.ar::3e40c43b-82b5-4a66-8039-76667ae36a79" providerId="AD" clId="Web-{02DBC8F2-A55B-947D-5B83-355213F31CF4}" dt="2025-12-29T15:47:18.653" v="60"/>
          <ac:spMkLst>
            <pc:docMk/>
            <pc:sldMk cId="1267324387" sldId="368"/>
            <ac:spMk id="35" creationId="{50DF6B93-F3AC-40E0-8651-89582E5E8702}"/>
          </ac:spMkLst>
        </pc:spChg>
        <pc:spChg chg="add del">
          <ac:chgData name="Cecilia Canosa" userId="S::cecilia.canosa@horizonci.com.ar::3e40c43b-82b5-4a66-8039-76667ae36a79" providerId="AD" clId="Web-{02DBC8F2-A55B-947D-5B83-355213F31CF4}" dt="2025-12-29T15:47:18.653" v="60"/>
          <ac:spMkLst>
            <pc:docMk/>
            <pc:sldMk cId="1267324387" sldId="368"/>
            <ac:spMk id="36" creationId="{E8027539-FDC1-4BD7-ABD3-2C96884650DB}"/>
          </ac:spMkLst>
        </pc:spChg>
        <pc:spChg chg="add del">
          <ac:chgData name="Cecilia Canosa" userId="S::cecilia.canosa@horizonci.com.ar::3e40c43b-82b5-4a66-8039-76667ae36a79" providerId="AD" clId="Web-{02DBC8F2-A55B-947D-5B83-355213F31CF4}" dt="2025-12-29T15:47:18.653" v="60"/>
          <ac:spMkLst>
            <pc:docMk/>
            <pc:sldMk cId="1267324387" sldId="368"/>
            <ac:spMk id="37" creationId="{8746EFA5-E6C7-4867-8011-E729148E8DFC}"/>
          </ac:spMkLst>
        </pc:spChg>
        <pc:spChg chg="add del">
          <ac:chgData name="Cecilia Canosa" userId="S::cecilia.canosa@horizonci.com.ar::3e40c43b-82b5-4a66-8039-76667ae36a79" providerId="AD" clId="Web-{02DBC8F2-A55B-947D-5B83-355213F31CF4}" dt="2025-12-29T15:47:47.561" v="62"/>
          <ac:spMkLst>
            <pc:docMk/>
            <pc:sldMk cId="1267324387" sldId="368"/>
            <ac:spMk id="39" creationId="{B712E947-0734-45F9-9C4F-41114EC3A33E}"/>
          </ac:spMkLst>
        </pc:spChg>
        <pc:spChg chg="add del">
          <ac:chgData name="Cecilia Canosa" userId="S::cecilia.canosa@horizonci.com.ar::3e40c43b-82b5-4a66-8039-76667ae36a79" providerId="AD" clId="Web-{02DBC8F2-A55B-947D-5B83-355213F31CF4}" dt="2025-12-29T15:47:47.561" v="62"/>
          <ac:spMkLst>
            <pc:docMk/>
            <pc:sldMk cId="1267324387" sldId="368"/>
            <ac:spMk id="40" creationId="{5A65989E-BBD5-44D7-AA86-7AFD5D46BBC0}"/>
          </ac:spMkLst>
        </pc:spChg>
        <pc:spChg chg="add del">
          <ac:chgData name="Cecilia Canosa" userId="S::cecilia.canosa@horizonci.com.ar::3e40c43b-82b5-4a66-8039-76667ae36a79" providerId="AD" clId="Web-{02DBC8F2-A55B-947D-5B83-355213F31CF4}" dt="2025-12-29T15:47:47.561" v="62"/>
          <ac:spMkLst>
            <pc:docMk/>
            <pc:sldMk cId="1267324387" sldId="368"/>
            <ac:spMk id="41" creationId="{231A2881-D8D7-4A7D-ACA3-E9F849F853D8}"/>
          </ac:spMkLst>
        </pc:spChg>
        <pc:spChg chg="add del">
          <ac:chgData name="Cecilia Canosa" userId="S::cecilia.canosa@horizonci.com.ar::3e40c43b-82b5-4a66-8039-76667ae36a79" providerId="AD" clId="Web-{02DBC8F2-A55B-947D-5B83-355213F31CF4}" dt="2025-12-29T15:48:03.359" v="64"/>
          <ac:spMkLst>
            <pc:docMk/>
            <pc:sldMk cId="1267324387" sldId="368"/>
            <ac:spMk id="43" creationId="{7E6D2D34-4BB4-460B-8844-027610FB21F5}"/>
          </ac:spMkLst>
        </pc:spChg>
        <pc:spChg chg="add del">
          <ac:chgData name="Cecilia Canosa" userId="S::cecilia.canosa@horizonci.com.ar::3e40c43b-82b5-4a66-8039-76667ae36a79" providerId="AD" clId="Web-{02DBC8F2-A55B-947D-5B83-355213F31CF4}" dt="2025-12-29T15:48:21.282" v="66"/>
          <ac:spMkLst>
            <pc:docMk/>
            <pc:sldMk cId="1267324387" sldId="368"/>
            <ac:spMk id="49" creationId="{9D25F302-27C5-414F-97F8-6EA0A6C028BA}"/>
          </ac:spMkLst>
        </pc:spChg>
        <pc:spChg chg="add del">
          <ac:chgData name="Cecilia Canosa" userId="S::cecilia.canosa@horizonci.com.ar::3e40c43b-82b5-4a66-8039-76667ae36a79" providerId="AD" clId="Web-{02DBC8F2-A55B-947D-5B83-355213F31CF4}" dt="2025-12-29T15:48:21.282" v="66"/>
          <ac:spMkLst>
            <pc:docMk/>
            <pc:sldMk cId="1267324387" sldId="368"/>
            <ac:spMk id="50" creationId="{830A36F8-48C2-4842-A87B-8CE8DF4E7FD2}"/>
          </ac:spMkLst>
        </pc:spChg>
        <pc:spChg chg="add del">
          <ac:chgData name="Cecilia Canosa" userId="S::cecilia.canosa@horizonci.com.ar::3e40c43b-82b5-4a66-8039-76667ae36a79" providerId="AD" clId="Web-{02DBC8F2-A55B-947D-5B83-355213F31CF4}" dt="2025-12-29T15:48:21.282" v="66"/>
          <ac:spMkLst>
            <pc:docMk/>
            <pc:sldMk cId="1267324387" sldId="368"/>
            <ac:spMk id="51" creationId="{7F488E8B-4E1E-4402-8935-D4E6C02615C7}"/>
          </ac:spMkLst>
        </pc:spChg>
        <pc:spChg chg="add del">
          <ac:chgData name="Cecilia Canosa" userId="S::cecilia.canosa@horizonci.com.ar::3e40c43b-82b5-4a66-8039-76667ae36a79" providerId="AD" clId="Web-{02DBC8F2-A55B-947D-5B83-355213F31CF4}" dt="2025-12-29T15:48:23.970" v="68"/>
          <ac:spMkLst>
            <pc:docMk/>
            <pc:sldMk cId="1267324387" sldId="368"/>
            <ac:spMk id="53" creationId="{A7AE9375-4664-4DB2-922D-2782A6E439AC}"/>
          </ac:spMkLst>
        </pc:spChg>
        <pc:spChg chg="add del">
          <ac:chgData name="Cecilia Canosa" userId="S::cecilia.canosa@horizonci.com.ar::3e40c43b-82b5-4a66-8039-76667ae36a79" providerId="AD" clId="Web-{02DBC8F2-A55B-947D-5B83-355213F31CF4}" dt="2025-12-29T15:48:23.970" v="68"/>
          <ac:spMkLst>
            <pc:docMk/>
            <pc:sldMk cId="1267324387" sldId="368"/>
            <ac:spMk id="55" creationId="{C87417AF-190E-4D6E-AFA6-7D3E84B0B430}"/>
          </ac:spMkLst>
        </pc:spChg>
        <pc:spChg chg="add del">
          <ac:chgData name="Cecilia Canosa" userId="S::cecilia.canosa@horizonci.com.ar::3e40c43b-82b5-4a66-8039-76667ae36a79" providerId="AD" clId="Web-{02DBC8F2-A55B-947D-5B83-355213F31CF4}" dt="2025-12-29T15:48:23.970" v="68"/>
          <ac:spMkLst>
            <pc:docMk/>
            <pc:sldMk cId="1267324387" sldId="368"/>
            <ac:spMk id="56" creationId="{80B30ED8-273E-4C07-8568-2FE5CC5C483D}"/>
          </ac:spMkLst>
        </pc:spChg>
        <pc:spChg chg="add del">
          <ac:chgData name="Cecilia Canosa" userId="S::cecilia.canosa@horizonci.com.ar::3e40c43b-82b5-4a66-8039-76667ae36a79" providerId="AD" clId="Web-{02DBC8F2-A55B-947D-5B83-355213F31CF4}" dt="2025-12-29T15:48:33.705" v="70"/>
          <ac:spMkLst>
            <pc:docMk/>
            <pc:sldMk cId="1267324387" sldId="368"/>
            <ac:spMk id="58" creationId="{352BEC0E-22F8-46D0-9632-375DB541B06C}"/>
          </ac:spMkLst>
        </pc:spChg>
        <pc:spChg chg="add del">
          <ac:chgData name="Cecilia Canosa" userId="S::cecilia.canosa@horizonci.com.ar::3e40c43b-82b5-4a66-8039-76667ae36a79" providerId="AD" clId="Web-{02DBC8F2-A55B-947D-5B83-355213F31CF4}" dt="2025-12-29T15:48:33.705" v="70"/>
          <ac:spMkLst>
            <pc:docMk/>
            <pc:sldMk cId="1267324387" sldId="368"/>
            <ac:spMk id="59" creationId="{3FCFB1DE-0B7E-48CC-BA90-B2AB0889F9D6}"/>
          </ac:spMkLst>
        </pc:spChg>
        <pc:grpChg chg="add del">
          <ac:chgData name="Cecilia Canosa" userId="S::cecilia.canosa@horizonci.com.ar::3e40c43b-82b5-4a66-8039-76667ae36a79" providerId="AD" clId="Web-{02DBC8F2-A55B-947D-5B83-355213F31CF4}" dt="2025-12-29T15:47:08.449" v="58"/>
          <ac:grpSpMkLst>
            <pc:docMk/>
            <pc:sldMk cId="1267324387" sldId="368"/>
            <ac:grpSpMk id="30" creationId="{C6C6FA52-B664-419A-A212-125E50579D98}"/>
          </ac:grpSpMkLst>
        </pc:grpChg>
        <pc:grpChg chg="add del">
          <ac:chgData name="Cecilia Canosa" userId="S::cecilia.canosa@horizonci.com.ar::3e40c43b-82b5-4a66-8039-76667ae36a79" providerId="AD" clId="Web-{02DBC8F2-A55B-947D-5B83-355213F31CF4}" dt="2025-12-29T15:48:03.359" v="64"/>
          <ac:grpSpMkLst>
            <pc:docMk/>
            <pc:sldMk cId="1267324387" sldId="368"/>
            <ac:grpSpMk id="44" creationId="{C5314570-9B06-4D37-8CBD-EDD67C2FA205}"/>
          </ac:grpSpMkLst>
        </pc:grpChg>
        <pc:picChg chg="add del mod ord">
          <ac:chgData name="Cecilia Canosa" userId="S::cecilia.canosa@horizonci.com.ar::3e40c43b-82b5-4a66-8039-76667ae36a79" providerId="AD" clId="Web-{02DBC8F2-A55B-947D-5B83-355213F31CF4}" dt="2025-12-29T16:38:19.626" v="593"/>
          <ac:picMkLst>
            <pc:docMk/>
            <pc:sldMk cId="1267324387" sldId="368"/>
            <ac:picMk id="3" creationId="{898FEA57-8C67-C627-5249-A29365BA0B1A}"/>
          </ac:picMkLst>
        </pc:picChg>
        <pc:picChg chg="mod ord">
          <ac:chgData name="Cecilia Canosa" userId="S::cecilia.canosa@horizonci.com.ar::3e40c43b-82b5-4a66-8039-76667ae36a79" providerId="AD" clId="Web-{02DBC8F2-A55B-947D-5B83-355213F31CF4}" dt="2025-12-29T15:49:20.895" v="72"/>
          <ac:picMkLst>
            <pc:docMk/>
            <pc:sldMk cId="1267324387" sldId="368"/>
            <ac:picMk id="5" creationId="{11987B26-25BC-5D20-D3E2-5EC1C31EC1A9}"/>
          </ac:picMkLst>
        </pc:picChg>
        <pc:picChg chg="ord">
          <ac:chgData name="Cecilia Canosa" userId="S::cecilia.canosa@horizonci.com.ar::3e40c43b-82b5-4a66-8039-76667ae36a79" providerId="AD" clId="Web-{02DBC8F2-A55B-947D-5B83-355213F31CF4}" dt="2025-12-29T15:46:49.479" v="54"/>
          <ac:picMkLst>
            <pc:docMk/>
            <pc:sldMk cId="1267324387" sldId="368"/>
            <ac:picMk id="6" creationId="{33DC421A-8BB9-3804-9E00-D17EC10C8F82}"/>
          </ac:picMkLst>
        </pc:picChg>
        <pc:picChg chg="add del mod">
          <ac:chgData name="Cecilia Canosa" userId="S::cecilia.canosa@horizonci.com.ar::3e40c43b-82b5-4a66-8039-76667ae36a79" providerId="AD" clId="Web-{02DBC8F2-A55B-947D-5B83-355213F31CF4}" dt="2025-12-29T16:51:00.236" v="778"/>
          <ac:picMkLst>
            <pc:docMk/>
            <pc:sldMk cId="1267324387" sldId="368"/>
            <ac:picMk id="7" creationId="{56CBD04B-BD4F-24E5-948E-501189F10C8E}"/>
          </ac:picMkLst>
        </pc:picChg>
        <pc:picChg chg="add del mod">
          <ac:chgData name="Cecilia Canosa" userId="S::cecilia.canosa@horizonci.com.ar::3e40c43b-82b5-4a66-8039-76667ae36a79" providerId="AD" clId="Web-{02DBC8F2-A55B-947D-5B83-355213F31CF4}" dt="2025-12-29T17:09:15.295" v="1089"/>
          <ac:picMkLst>
            <pc:docMk/>
            <pc:sldMk cId="1267324387" sldId="368"/>
            <ac:picMk id="8" creationId="{FA4BB12A-9E36-2587-FB3E-AE104B7CFA4E}"/>
          </ac:picMkLst>
        </pc:picChg>
        <pc:picChg chg="add mod">
          <ac:chgData name="Cecilia Canosa" userId="S::cecilia.canosa@horizonci.com.ar::3e40c43b-82b5-4a66-8039-76667ae36a79" providerId="AD" clId="Web-{02DBC8F2-A55B-947D-5B83-355213F31CF4}" dt="2025-12-29T17:09:31.701" v="1092" actId="1076"/>
          <ac:picMkLst>
            <pc:docMk/>
            <pc:sldMk cId="1267324387" sldId="368"/>
            <ac:picMk id="9" creationId="{60B82B7C-134C-67EC-D6CC-006E325167B2}"/>
          </ac:picMkLst>
        </pc:picChg>
        <pc:cxnChg chg="add del">
          <ac:chgData name="Cecilia Canosa" userId="S::cecilia.canosa@horizonci.com.ar::3e40c43b-82b5-4a66-8039-76667ae36a79" providerId="AD" clId="Web-{02DBC8F2-A55B-947D-5B83-355213F31CF4}" dt="2025-12-29T15:47:08.449" v="58"/>
          <ac:cxnSpMkLst>
            <pc:docMk/>
            <pc:sldMk cId="1267324387" sldId="368"/>
            <ac:cxnSpMk id="33" creationId="{C49DA8F6-BCC1-4447-B54C-57856834B94B}"/>
          </ac:cxnSpMkLst>
        </pc:cxnChg>
        <pc:cxnChg chg="add del">
          <ac:chgData name="Cecilia Canosa" userId="S::cecilia.canosa@horizonci.com.ar::3e40c43b-82b5-4a66-8039-76667ae36a79" providerId="AD" clId="Web-{02DBC8F2-A55B-947D-5B83-355213F31CF4}" dt="2025-12-29T15:48:23.970" v="68"/>
          <ac:cxnSpMkLst>
            <pc:docMk/>
            <pc:sldMk cId="1267324387" sldId="368"/>
            <ac:cxnSpMk id="54" creationId="{EE504C98-6397-41C1-A8D8-2D9C4ED307E0}"/>
          </ac:cxnSpMkLst>
        </pc:cxnChg>
      </pc:sldChg>
      <pc:sldChg chg="addSp delSp modSp del">
        <pc:chgData name="Cecilia Canosa" userId="S::cecilia.canosa@horizonci.com.ar::3e40c43b-82b5-4a66-8039-76667ae36a79" providerId="AD" clId="Web-{02DBC8F2-A55B-947D-5B83-355213F31CF4}" dt="2025-12-29T16:53:35.724" v="834"/>
        <pc:sldMkLst>
          <pc:docMk/>
          <pc:sldMk cId="4233056242" sldId="369"/>
        </pc:sldMkLst>
        <pc:spChg chg="del">
          <ac:chgData name="Cecilia Canosa" userId="S::cecilia.canosa@horizonci.com.ar::3e40c43b-82b5-4a66-8039-76667ae36a79" providerId="AD" clId="Web-{02DBC8F2-A55B-947D-5B83-355213F31CF4}" dt="2025-12-29T15:55:14.983" v="121"/>
          <ac:spMkLst>
            <pc:docMk/>
            <pc:sldMk cId="4233056242" sldId="369"/>
            <ac:spMk id="3" creationId="{6282B7BF-FD34-6D4B-8890-58AC00834ED1}"/>
          </ac:spMkLst>
        </pc:spChg>
        <pc:spChg chg="mod">
          <ac:chgData name="Cecilia Canosa" userId="S::cecilia.canosa@horizonci.com.ar::3e40c43b-82b5-4a66-8039-76667ae36a79" providerId="AD" clId="Web-{02DBC8F2-A55B-947D-5B83-355213F31CF4}" dt="2025-12-29T16:47:34.344" v="770" actId="20577"/>
          <ac:spMkLst>
            <pc:docMk/>
            <pc:sldMk cId="4233056242" sldId="369"/>
            <ac:spMk id="5" creationId="{7E706609-982E-3F4E-BE2C-2C146E3CD138}"/>
          </ac:spMkLst>
        </pc:spChg>
        <pc:spChg chg="add mod">
          <ac:chgData name="Cecilia Canosa" userId="S::cecilia.canosa@horizonci.com.ar::3e40c43b-82b5-4a66-8039-76667ae36a79" providerId="AD" clId="Web-{02DBC8F2-A55B-947D-5B83-355213F31CF4}" dt="2025-12-29T16:38:37.268" v="595" actId="20577"/>
          <ac:spMkLst>
            <pc:docMk/>
            <pc:sldMk cId="4233056242" sldId="369"/>
            <ac:spMk id="9" creationId="{5AEF18EB-57B9-AE21-7D6C-ABCF053272B6}"/>
          </ac:spMkLst>
        </pc:spChg>
        <pc:picChg chg="add del">
          <ac:chgData name="Cecilia Canosa" userId="S::cecilia.canosa@horizonci.com.ar::3e40c43b-82b5-4a66-8039-76667ae36a79" providerId="AD" clId="Web-{02DBC8F2-A55B-947D-5B83-355213F31CF4}" dt="2025-12-29T16:36:36.932" v="578"/>
          <ac:picMkLst>
            <pc:docMk/>
            <pc:sldMk cId="4233056242" sldId="369"/>
            <ac:picMk id="4" creationId="{221088C1-9619-17B4-A51B-91D3E623517D}"/>
          </ac:picMkLst>
        </pc:picChg>
        <pc:picChg chg="ord">
          <ac:chgData name="Cecilia Canosa" userId="S::cecilia.canosa@horizonci.com.ar::3e40c43b-82b5-4a66-8039-76667ae36a79" providerId="AD" clId="Web-{02DBC8F2-A55B-947D-5B83-355213F31CF4}" dt="2025-12-29T15:56:10.030" v="155"/>
          <ac:picMkLst>
            <pc:docMk/>
            <pc:sldMk cId="4233056242" sldId="369"/>
            <ac:picMk id="6" creationId="{0F5727C8-1553-3133-3534-8285EF1FFA9B}"/>
          </ac:picMkLst>
        </pc:picChg>
        <pc:picChg chg="add del mod">
          <ac:chgData name="Cecilia Canosa" userId="S::cecilia.canosa@horizonci.com.ar::3e40c43b-82b5-4a66-8039-76667ae36a79" providerId="AD" clId="Web-{02DBC8F2-A55B-947D-5B83-355213F31CF4}" dt="2025-12-29T16:39:13.629" v="599"/>
          <ac:picMkLst>
            <pc:docMk/>
            <pc:sldMk cId="4233056242" sldId="369"/>
            <ac:picMk id="10" creationId="{E6F6D083-E5CF-4500-DBFD-793764039C43}"/>
          </ac:picMkLst>
        </pc:picChg>
        <pc:picChg chg="add">
          <ac:chgData name="Cecilia Canosa" userId="S::cecilia.canosa@horizonci.com.ar::3e40c43b-82b5-4a66-8039-76667ae36a79" providerId="AD" clId="Web-{02DBC8F2-A55B-947D-5B83-355213F31CF4}" dt="2025-12-29T16:39:18.817" v="600"/>
          <ac:picMkLst>
            <pc:docMk/>
            <pc:sldMk cId="4233056242" sldId="369"/>
            <ac:picMk id="12" creationId="{143F5A1E-3C8B-89D7-C68E-033F93C67F81}"/>
          </ac:picMkLst>
        </pc:picChg>
      </pc:sldChg>
      <pc:sldChg chg="addSp delSp modSp">
        <pc:chgData name="Cecilia Canosa" userId="S::cecilia.canosa@horizonci.com.ar::3e40c43b-82b5-4a66-8039-76667ae36a79" providerId="AD" clId="Web-{02DBC8F2-A55B-947D-5B83-355213F31CF4}" dt="2025-12-29T17:09:42.513" v="1094"/>
        <pc:sldMkLst>
          <pc:docMk/>
          <pc:sldMk cId="2270312874" sldId="370"/>
        </pc:sldMkLst>
        <pc:spChg chg="del">
          <ac:chgData name="Cecilia Canosa" userId="S::cecilia.canosa@horizonci.com.ar::3e40c43b-82b5-4a66-8039-76667ae36a79" providerId="AD" clId="Web-{02DBC8F2-A55B-947D-5B83-355213F31CF4}" dt="2025-12-29T15:55:20.561" v="123"/>
          <ac:spMkLst>
            <pc:docMk/>
            <pc:sldMk cId="2270312874" sldId="370"/>
            <ac:spMk id="3" creationId="{C6A8FC4E-25D5-22A3-C344-75402CEB5F51}"/>
          </ac:spMkLst>
        </pc:spChg>
        <pc:spChg chg="mod">
          <ac:chgData name="Cecilia Canosa" userId="S::cecilia.canosa@horizonci.com.ar::3e40c43b-82b5-4a66-8039-76667ae36a79" providerId="AD" clId="Web-{02DBC8F2-A55B-947D-5B83-355213F31CF4}" dt="2025-12-29T17:08:36.607" v="1086" actId="20577"/>
          <ac:spMkLst>
            <pc:docMk/>
            <pc:sldMk cId="2270312874" sldId="370"/>
            <ac:spMk id="5" creationId="{99FD4A8E-F072-0F84-E05F-6E12CF6DAB35}"/>
          </ac:spMkLst>
        </pc:spChg>
        <pc:spChg chg="add mod">
          <ac:chgData name="Cecilia Canosa" userId="S::cecilia.canosa@horizonci.com.ar::3e40c43b-82b5-4a66-8039-76667ae36a79" providerId="AD" clId="Web-{02DBC8F2-A55B-947D-5B83-355213F31CF4}" dt="2025-12-29T17:01:05.383" v="931" actId="20577"/>
          <ac:spMkLst>
            <pc:docMk/>
            <pc:sldMk cId="2270312874" sldId="370"/>
            <ac:spMk id="9" creationId="{F068C284-B5C3-96AB-D78D-C65A9A3DF069}"/>
          </ac:spMkLst>
        </pc:spChg>
        <pc:picChg chg="add del">
          <ac:chgData name="Cecilia Canosa" userId="S::cecilia.canosa@horizonci.com.ar::3e40c43b-82b5-4a66-8039-76667ae36a79" providerId="AD" clId="Web-{02DBC8F2-A55B-947D-5B83-355213F31CF4}" dt="2025-12-29T16:39:33.520" v="607"/>
          <ac:picMkLst>
            <pc:docMk/>
            <pc:sldMk cId="2270312874" sldId="370"/>
            <ac:picMk id="4" creationId="{250F7AED-DC56-7B13-BBE0-65EEFDCEC41A}"/>
          </ac:picMkLst>
        </pc:picChg>
        <pc:picChg chg="ord">
          <ac:chgData name="Cecilia Canosa" userId="S::cecilia.canosa@horizonci.com.ar::3e40c43b-82b5-4a66-8039-76667ae36a79" providerId="AD" clId="Web-{02DBC8F2-A55B-947D-5B83-355213F31CF4}" dt="2025-12-29T16:18:01.622" v="351"/>
          <ac:picMkLst>
            <pc:docMk/>
            <pc:sldMk cId="2270312874" sldId="370"/>
            <ac:picMk id="6" creationId="{8A9DC86A-F17B-57BF-7B7C-847556DBCE6D}"/>
          </ac:picMkLst>
        </pc:picChg>
        <pc:picChg chg="add del">
          <ac:chgData name="Cecilia Canosa" userId="S::cecilia.canosa@horizonci.com.ar::3e40c43b-82b5-4a66-8039-76667ae36a79" providerId="AD" clId="Web-{02DBC8F2-A55B-947D-5B83-355213F31CF4}" dt="2025-12-29T16:53:54.241" v="836"/>
          <ac:picMkLst>
            <pc:docMk/>
            <pc:sldMk cId="2270312874" sldId="370"/>
            <ac:picMk id="11" creationId="{0EB87497-6271-4C96-4A0E-064D3608B33A}"/>
          </ac:picMkLst>
        </pc:picChg>
        <pc:picChg chg="add del">
          <ac:chgData name="Cecilia Canosa" userId="S::cecilia.canosa@horizonci.com.ar::3e40c43b-82b5-4a66-8039-76667ae36a79" providerId="AD" clId="Web-{02DBC8F2-A55B-947D-5B83-355213F31CF4}" dt="2025-12-29T17:09:41.748" v="1093"/>
          <ac:picMkLst>
            <pc:docMk/>
            <pc:sldMk cId="2270312874" sldId="370"/>
            <ac:picMk id="13" creationId="{53B98B5C-9477-F4B4-8FAA-68E630224B85}"/>
          </ac:picMkLst>
        </pc:picChg>
        <pc:picChg chg="add">
          <ac:chgData name="Cecilia Canosa" userId="S::cecilia.canosa@horizonci.com.ar::3e40c43b-82b5-4a66-8039-76667ae36a79" providerId="AD" clId="Web-{02DBC8F2-A55B-947D-5B83-355213F31CF4}" dt="2025-12-29T17:09:42.513" v="1094"/>
          <ac:picMkLst>
            <pc:docMk/>
            <pc:sldMk cId="2270312874" sldId="370"/>
            <ac:picMk id="15" creationId="{1C77AC18-4600-984F-F137-9B55721084E1}"/>
          </ac:picMkLst>
        </pc:picChg>
      </pc:sldChg>
      <pc:sldChg chg="addSp delSp modSp add del replId">
        <pc:chgData name="Cecilia Canosa" userId="S::cecilia.canosa@horizonci.com.ar::3e40c43b-82b5-4a66-8039-76667ae36a79" providerId="AD" clId="Web-{02DBC8F2-A55B-947D-5B83-355213F31CF4}" dt="2025-12-29T16:41:15.696" v="645"/>
        <pc:sldMkLst>
          <pc:docMk/>
          <pc:sldMk cId="299194566" sldId="371"/>
        </pc:sldMkLst>
        <pc:spChg chg="mod">
          <ac:chgData name="Cecilia Canosa" userId="S::cecilia.canosa@horizonci.com.ar::3e40c43b-82b5-4a66-8039-76667ae36a79" providerId="AD" clId="Web-{02DBC8F2-A55B-947D-5B83-355213F31CF4}" dt="2025-12-29T16:10:10.210" v="295" actId="20577"/>
          <ac:spMkLst>
            <pc:docMk/>
            <pc:sldMk cId="299194566" sldId="371"/>
            <ac:spMk id="5" creationId="{DEF6ED76-D1FC-49D0-7168-05791DC1B7D5}"/>
          </ac:spMkLst>
        </pc:spChg>
        <pc:picChg chg="add">
          <ac:chgData name="Cecilia Canosa" userId="S::cecilia.canosa@horizonci.com.ar::3e40c43b-82b5-4a66-8039-76667ae36a79" providerId="AD" clId="Web-{02DBC8F2-A55B-947D-5B83-355213F31CF4}" dt="2025-12-29T16:39:24.692" v="602"/>
          <ac:picMkLst>
            <pc:docMk/>
            <pc:sldMk cId="299194566" sldId="371"/>
            <ac:picMk id="3" creationId="{F1F0EB53-199D-F579-97F8-BF1FFDD5135B}"/>
          </ac:picMkLst>
        </pc:picChg>
        <pc:picChg chg="del">
          <ac:chgData name="Cecilia Canosa" userId="S::cecilia.canosa@horizonci.com.ar::3e40c43b-82b5-4a66-8039-76667ae36a79" providerId="AD" clId="Web-{02DBC8F2-A55B-947D-5B83-355213F31CF4}" dt="2025-12-29T16:39:23.895" v="601"/>
          <ac:picMkLst>
            <pc:docMk/>
            <pc:sldMk cId="299194566" sldId="371"/>
            <ac:picMk id="4" creationId="{115AA78F-9A7C-1FE7-C8AA-37B3AA3A8137}"/>
          </ac:picMkLst>
        </pc:picChg>
      </pc:sldChg>
      <pc:sldChg chg="add del replId">
        <pc:chgData name="Cecilia Canosa" userId="S::cecilia.canosa@horizonci.com.ar::3e40c43b-82b5-4a66-8039-76667ae36a79" providerId="AD" clId="Web-{02DBC8F2-A55B-947D-5B83-355213F31CF4}" dt="2025-12-29T17:03:29.635" v="954"/>
        <pc:sldMkLst>
          <pc:docMk/>
          <pc:sldMk cId="2281137259" sldId="371"/>
        </pc:sldMkLst>
      </pc:sldChg>
      <pc:sldChg chg="addSp delSp modSp add del replId">
        <pc:chgData name="Cecilia Canosa" userId="S::cecilia.canosa@horizonci.com.ar::3e40c43b-82b5-4a66-8039-76667ae36a79" providerId="AD" clId="Web-{02DBC8F2-A55B-947D-5B83-355213F31CF4}" dt="2025-12-29T16:41:18.415" v="646"/>
        <pc:sldMkLst>
          <pc:docMk/>
          <pc:sldMk cId="2434642800" sldId="372"/>
        </pc:sldMkLst>
        <pc:spChg chg="mod">
          <ac:chgData name="Cecilia Canosa" userId="S::cecilia.canosa@horizonci.com.ar::3e40c43b-82b5-4a66-8039-76667ae36a79" providerId="AD" clId="Web-{02DBC8F2-A55B-947D-5B83-355213F31CF4}" dt="2025-12-29T16:15:41.371" v="350" actId="20577"/>
          <ac:spMkLst>
            <pc:docMk/>
            <pc:sldMk cId="2434642800" sldId="372"/>
            <ac:spMk id="5" creationId="{79D8361F-474F-146A-9731-1E8DDD02699D}"/>
          </ac:spMkLst>
        </pc:spChg>
        <pc:picChg chg="add">
          <ac:chgData name="Cecilia Canosa" userId="S::cecilia.canosa@horizonci.com.ar::3e40c43b-82b5-4a66-8039-76667ae36a79" providerId="AD" clId="Web-{02DBC8F2-A55B-947D-5B83-355213F31CF4}" dt="2025-12-29T16:39:27.661" v="604"/>
          <ac:picMkLst>
            <pc:docMk/>
            <pc:sldMk cId="2434642800" sldId="372"/>
            <ac:picMk id="3" creationId="{564AF8DC-6409-EBD2-BA45-1336835B58A8}"/>
          </ac:picMkLst>
        </pc:picChg>
        <pc:picChg chg="del">
          <ac:chgData name="Cecilia Canosa" userId="S::cecilia.canosa@horizonci.com.ar::3e40c43b-82b5-4a66-8039-76667ae36a79" providerId="AD" clId="Web-{02DBC8F2-A55B-947D-5B83-355213F31CF4}" dt="2025-12-29T16:39:27.239" v="603"/>
          <ac:picMkLst>
            <pc:docMk/>
            <pc:sldMk cId="2434642800" sldId="372"/>
            <ac:picMk id="4" creationId="{73CA92EE-765D-FCEB-7CAA-05BC9D67D0E7}"/>
          </ac:picMkLst>
        </pc:picChg>
      </pc:sldChg>
      <pc:sldChg chg="addSp delSp modSp add del replId">
        <pc:chgData name="Cecilia Canosa" userId="S::cecilia.canosa@horizonci.com.ar::3e40c43b-82b5-4a66-8039-76667ae36a79" providerId="AD" clId="Web-{02DBC8F2-A55B-947D-5B83-355213F31CF4}" dt="2025-12-29T16:41:21.212" v="647"/>
        <pc:sldMkLst>
          <pc:docMk/>
          <pc:sldMk cId="1695869017" sldId="373"/>
        </pc:sldMkLst>
        <pc:spChg chg="mod">
          <ac:chgData name="Cecilia Canosa" userId="S::cecilia.canosa@horizonci.com.ar::3e40c43b-82b5-4a66-8039-76667ae36a79" providerId="AD" clId="Web-{02DBC8F2-A55B-947D-5B83-355213F31CF4}" dt="2025-12-29T16:14:41.792" v="348" actId="20577"/>
          <ac:spMkLst>
            <pc:docMk/>
            <pc:sldMk cId="1695869017" sldId="373"/>
            <ac:spMk id="5" creationId="{10143BB4-B44C-D7B5-B286-41440847FA5E}"/>
          </ac:spMkLst>
        </pc:spChg>
        <pc:picChg chg="add">
          <ac:chgData name="Cecilia Canosa" userId="S::cecilia.canosa@horizonci.com.ar::3e40c43b-82b5-4a66-8039-76667ae36a79" providerId="AD" clId="Web-{02DBC8F2-A55B-947D-5B83-355213F31CF4}" dt="2025-12-29T16:39:30.833" v="606"/>
          <ac:picMkLst>
            <pc:docMk/>
            <pc:sldMk cId="1695869017" sldId="373"/>
            <ac:picMk id="3" creationId="{B525D177-A164-81A7-890A-0A32E3A23234}"/>
          </ac:picMkLst>
        </pc:picChg>
        <pc:picChg chg="del">
          <ac:chgData name="Cecilia Canosa" userId="S::cecilia.canosa@horizonci.com.ar::3e40c43b-82b5-4a66-8039-76667ae36a79" providerId="AD" clId="Web-{02DBC8F2-A55B-947D-5B83-355213F31CF4}" dt="2025-12-29T16:39:30.583" v="605"/>
          <ac:picMkLst>
            <pc:docMk/>
            <pc:sldMk cId="1695869017" sldId="373"/>
            <ac:picMk id="4" creationId="{505866D2-A845-B13B-9D3E-14F25EE4AE4D}"/>
          </ac:picMkLst>
        </pc:pic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encabezado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257175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s-AR"/>
          </a:p>
        </p:txBody>
      </p:sp>
      <p:sp>
        <p:nvSpPr>
          <p:cNvPr id="3" name="Marcador de fecha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257175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829A51A-5BD0-44F9-83BE-C8DBF7D6BA1C}" type="datetimeFigureOut">
              <a:rPr lang="es-AR" smtClean="0"/>
              <a:t>9/2/2026</a:t>
            </a:fld>
            <a:endParaRPr lang="es-AR"/>
          </a:p>
        </p:txBody>
      </p:sp>
      <p:sp>
        <p:nvSpPr>
          <p:cNvPr id="4" name="Marcador de imagen de diapositiva 3"/>
          <p:cNvSpPr>
            <a:spLocks noGrp="1" noRot="1" noChangeAspect="1"/>
          </p:cNvSpPr>
          <p:nvPr>
            <p:ph type="sldImg" idx="2"/>
          </p:nvPr>
        </p:nvSpPr>
        <p:spPr>
          <a:xfrm>
            <a:off x="3028950" y="642938"/>
            <a:ext cx="3086100" cy="1736725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s-AR"/>
          </a:p>
        </p:txBody>
      </p:sp>
      <p:sp>
        <p:nvSpPr>
          <p:cNvPr id="5" name="Marcador de notas 4"/>
          <p:cNvSpPr>
            <a:spLocks noGrp="1"/>
          </p:cNvSpPr>
          <p:nvPr>
            <p:ph type="body" sz="quarter" idx="3"/>
          </p:nvPr>
        </p:nvSpPr>
        <p:spPr>
          <a:xfrm>
            <a:off x="914400" y="2474913"/>
            <a:ext cx="7315200" cy="20256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AR"/>
          </a:p>
        </p:txBody>
      </p:sp>
      <p:sp>
        <p:nvSpPr>
          <p:cNvPr id="6" name="Marcador de pie de página 5"/>
          <p:cNvSpPr>
            <a:spLocks noGrp="1"/>
          </p:cNvSpPr>
          <p:nvPr>
            <p:ph type="ftr" sz="quarter" idx="4"/>
          </p:nvPr>
        </p:nvSpPr>
        <p:spPr>
          <a:xfrm>
            <a:off x="0" y="4886325"/>
            <a:ext cx="3962400" cy="25717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s-AR"/>
          </a:p>
        </p:txBody>
      </p:sp>
      <p:sp>
        <p:nvSpPr>
          <p:cNvPr id="7" name="Marcador de número de diapositiva 6"/>
          <p:cNvSpPr>
            <a:spLocks noGrp="1"/>
          </p:cNvSpPr>
          <p:nvPr>
            <p:ph type="sldNum" sz="quarter" idx="5"/>
          </p:nvPr>
        </p:nvSpPr>
        <p:spPr>
          <a:xfrm>
            <a:off x="5180013" y="4886325"/>
            <a:ext cx="3962400" cy="25717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2B49152-D6E7-4B0A-BC0F-6B47EF6A83B6}" type="slidenum">
              <a:rPr lang="es-AR" smtClean="0"/>
              <a:t>‹Nº›</a:t>
            </a:fld>
            <a:endParaRPr lang="es-AR"/>
          </a:p>
        </p:txBody>
      </p:sp>
    </p:spTree>
    <p:extLst>
      <p:ext uri="{BB962C8B-B14F-4D97-AF65-F5344CB8AC3E}">
        <p14:creationId xmlns:p14="http://schemas.microsoft.com/office/powerpoint/2010/main" val="387532917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AC917A2-D773-0E9A-D3E0-AE0F05FDAFD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>
            <a:extLst>
              <a:ext uri="{FF2B5EF4-FFF2-40B4-BE49-F238E27FC236}">
                <a16:creationId xmlns:a16="http://schemas.microsoft.com/office/drawing/2014/main" id="{6B27A450-4394-5E61-4261-9314BE29823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s-AR"/>
          </a:p>
        </p:txBody>
      </p:sp>
      <p:sp>
        <p:nvSpPr>
          <p:cNvPr id="3" name="Marcador de notas 2">
            <a:extLst>
              <a:ext uri="{FF2B5EF4-FFF2-40B4-BE49-F238E27FC236}">
                <a16:creationId xmlns:a16="http://schemas.microsoft.com/office/drawing/2014/main" id="{8A62F053-97F4-3D08-2EBB-A80826F74EB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AR" dirty="0"/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822244A8-A3B7-649D-43E9-24ED3DCAA9FE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2B49152-D6E7-4B0A-BC0F-6B47EF6A83B6}" type="slidenum">
              <a:rPr lang="es-AR" smtClean="0"/>
              <a:t>2</a:t>
            </a:fld>
            <a:endParaRPr lang="es-AR"/>
          </a:p>
        </p:txBody>
      </p:sp>
    </p:spTree>
    <p:extLst>
      <p:ext uri="{BB962C8B-B14F-4D97-AF65-F5344CB8AC3E}">
        <p14:creationId xmlns:p14="http://schemas.microsoft.com/office/powerpoint/2010/main" val="431082937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04CF139-DEFB-4714-B4B7-12FCD320CE5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>
            <a:extLst>
              <a:ext uri="{FF2B5EF4-FFF2-40B4-BE49-F238E27FC236}">
                <a16:creationId xmlns:a16="http://schemas.microsoft.com/office/drawing/2014/main" id="{2B949D62-F699-7FE0-7242-DBF5885F91A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s-AR"/>
          </a:p>
        </p:txBody>
      </p:sp>
      <p:sp>
        <p:nvSpPr>
          <p:cNvPr id="3" name="Marcador de notas 2">
            <a:extLst>
              <a:ext uri="{FF2B5EF4-FFF2-40B4-BE49-F238E27FC236}">
                <a16:creationId xmlns:a16="http://schemas.microsoft.com/office/drawing/2014/main" id="{FDD56194-D9CE-E595-9FDC-15814A592B5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AR" dirty="0"/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8D10E588-7B6B-2D99-FA4B-01A53E65B786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2B49152-D6E7-4B0A-BC0F-6B47EF6A83B6}" type="slidenum">
              <a:rPr lang="es-AR" smtClean="0"/>
              <a:t>3</a:t>
            </a:fld>
            <a:endParaRPr lang="es-AR"/>
          </a:p>
        </p:txBody>
      </p:sp>
    </p:spTree>
    <p:extLst>
      <p:ext uri="{BB962C8B-B14F-4D97-AF65-F5344CB8AC3E}">
        <p14:creationId xmlns:p14="http://schemas.microsoft.com/office/powerpoint/2010/main" val="4290819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Title Slid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bg object 16"/>
          <p:cNvSpPr/>
          <p:nvPr/>
        </p:nvSpPr>
        <p:spPr>
          <a:xfrm>
            <a:off x="0" y="0"/>
            <a:ext cx="9144000" cy="5143500"/>
          </a:xfrm>
          <a:custGeom>
            <a:avLst/>
            <a:gdLst/>
            <a:ahLst/>
            <a:cxnLst/>
            <a:rect l="l" t="t" r="r" b="b"/>
            <a:pathLst>
              <a:path w="9144000" h="5143500">
                <a:moveTo>
                  <a:pt x="9143999" y="5143499"/>
                </a:moveTo>
                <a:lnTo>
                  <a:pt x="0" y="5143499"/>
                </a:lnTo>
                <a:lnTo>
                  <a:pt x="0" y="0"/>
                </a:lnTo>
                <a:lnTo>
                  <a:pt x="9143999" y="0"/>
                </a:lnTo>
                <a:lnTo>
                  <a:pt x="9143999" y="5143499"/>
                </a:lnTo>
                <a:close/>
              </a:path>
            </a:pathLst>
          </a:custGeom>
          <a:solidFill>
            <a:srgbClr val="6724C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2313219" y="1566079"/>
            <a:ext cx="4517561" cy="122745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200" b="1" i="0">
                <a:solidFill>
                  <a:schemeClr val="bg1"/>
                </a:solidFill>
                <a:latin typeface="Verdana"/>
                <a:cs typeface="Verdana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1371600" y="2880360"/>
            <a:ext cx="6400800" cy="128587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2/9/2026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2600" b="1" i="0">
                <a:solidFill>
                  <a:srgbClr val="FA2860"/>
                </a:solidFill>
                <a:latin typeface="Verdana"/>
                <a:cs typeface="Verdana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 b="0" i="0">
                <a:solidFill>
                  <a:schemeClr val="tx1"/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2/9/2026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2600" b="1" i="0">
                <a:solidFill>
                  <a:srgbClr val="FA2860"/>
                </a:solidFill>
                <a:latin typeface="Verdana"/>
                <a:cs typeface="Verdana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sz="half" idx="2"/>
          </p:nvPr>
        </p:nvSpPr>
        <p:spPr>
          <a:xfrm>
            <a:off x="457200" y="1183005"/>
            <a:ext cx="3977640" cy="339471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sz="half" idx="3"/>
          </p:nvPr>
        </p:nvSpPr>
        <p:spPr>
          <a:xfrm>
            <a:off x="4709160" y="1183005"/>
            <a:ext cx="3977640" cy="339471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6" name="Holder 6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2/9/2026</a:t>
            </a:fld>
            <a:endParaRPr lang="en-US"/>
          </a:p>
        </p:txBody>
      </p:sp>
      <p:sp>
        <p:nvSpPr>
          <p:cNvPr id="7" name="Holder 7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2600" b="1" i="0">
                <a:solidFill>
                  <a:srgbClr val="FA2860"/>
                </a:solidFill>
                <a:latin typeface="Verdana"/>
                <a:cs typeface="Verdana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2/9/2026</a:t>
            </a:fld>
            <a:endParaRPr lang="en-US"/>
          </a:p>
        </p:txBody>
      </p:sp>
      <p:sp>
        <p:nvSpPr>
          <p:cNvPr id="5" name="Holder 5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2/9/2026</a:t>
            </a:fld>
            <a:endParaRPr lang="en-US"/>
          </a:p>
        </p:txBody>
      </p:sp>
      <p:sp>
        <p:nvSpPr>
          <p:cNvPr id="4" name="Holder 4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‹Nº›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482600" y="543617"/>
            <a:ext cx="5503545" cy="42164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600" b="1" i="0">
                <a:solidFill>
                  <a:srgbClr val="FA2860"/>
                </a:solidFill>
                <a:latin typeface="Verdana"/>
                <a:cs typeface="Verdana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442587" y="1496049"/>
            <a:ext cx="8150859" cy="221742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b="0" i="0">
                <a:solidFill>
                  <a:schemeClr val="tx1"/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>
          <a:xfrm>
            <a:off x="3108960" y="4783455"/>
            <a:ext cx="2926080" cy="25717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>
          <a:xfrm>
            <a:off x="457200" y="4783455"/>
            <a:ext cx="2103120" cy="25717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2/9/2026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>
          <a:xfrm>
            <a:off x="6583680" y="4783455"/>
            <a:ext cx="2103120" cy="25717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‹Nº›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4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2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2.png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Imagen 4">
            <a:extLst>
              <a:ext uri="{FF2B5EF4-FFF2-40B4-BE49-F238E27FC236}">
                <a16:creationId xmlns:a16="http://schemas.microsoft.com/office/drawing/2014/main" id="{11987B26-25BC-5D20-D3E2-5EC1C31EC1A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91898" y="715973"/>
            <a:ext cx="4560203" cy="4060288"/>
          </a:xfrm>
          <a:prstGeom prst="rect">
            <a:avLst/>
          </a:prstGeom>
        </p:spPr>
      </p:pic>
      <p:sp>
        <p:nvSpPr>
          <p:cNvPr id="2" name="Título 1">
            <a:extLst>
              <a:ext uri="{FF2B5EF4-FFF2-40B4-BE49-F238E27FC236}">
                <a16:creationId xmlns:a16="http://schemas.microsoft.com/office/drawing/2014/main" id="{0359E63B-1C4E-22B6-1B1B-396F84D90E9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25096" y="133350"/>
            <a:ext cx="7747000" cy="553998"/>
          </a:xfrm>
        </p:spPr>
        <p:txBody>
          <a:bodyPr wrap="square" lIns="0" tIns="0" rIns="0" bIns="0" anchor="t">
            <a:spAutoFit/>
          </a:bodyPr>
          <a:lstStyle/>
          <a:p>
            <a:r>
              <a:rPr lang="es-MX" sz="1800" dirty="0"/>
              <a:t>Colaborador propuesto – Nombre</a:t>
            </a:r>
            <a:br>
              <a:rPr lang="es-MX" sz="1800" dirty="0"/>
            </a:br>
            <a:r>
              <a:rPr lang="es-MX" sz="1800" b="0" dirty="0">
                <a:solidFill>
                  <a:schemeClr val="tx1"/>
                </a:solidFill>
              </a:rPr>
              <a:t>Scrum Master (nombre del puesto a ocupar)</a:t>
            </a:r>
            <a:endParaRPr lang="es-MX" sz="1800" b="0" dirty="0">
              <a:solidFill>
                <a:schemeClr val="tx1"/>
              </a:solidFill>
              <a:ea typeface="Verdana"/>
            </a:endParaRPr>
          </a:p>
        </p:txBody>
      </p:sp>
      <p:sp>
        <p:nvSpPr>
          <p:cNvPr id="4" name="CuadroTexto 3">
            <a:extLst>
              <a:ext uri="{FF2B5EF4-FFF2-40B4-BE49-F238E27FC236}">
                <a16:creationId xmlns:a16="http://schemas.microsoft.com/office/drawing/2014/main" id="{80D88921-53BE-B809-36A1-BB90AD88EBA2}"/>
              </a:ext>
            </a:extLst>
          </p:cNvPr>
          <p:cNvSpPr txBox="1"/>
          <p:nvPr/>
        </p:nvSpPr>
        <p:spPr>
          <a:xfrm>
            <a:off x="226868" y="909811"/>
            <a:ext cx="7342198" cy="276999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/>
          <a:p>
            <a:r>
              <a:rPr lang="es-AR" sz="1200" dirty="0"/>
              <a:t>{{PERFIL_COMPLETO}} </a:t>
            </a:r>
            <a:r>
              <a:rPr lang="es-ES" sz="1200" dirty="0"/>
              <a:t>Perfil + Contacto + Educación + </a:t>
            </a:r>
            <a:r>
              <a:rPr lang="es-ES" sz="1200" dirty="0" err="1"/>
              <a:t>Skills</a:t>
            </a:r>
            <a:r>
              <a:rPr lang="es-ES" sz="1200" dirty="0"/>
              <a:t> + Herramientas + </a:t>
            </a:r>
            <a:r>
              <a:rPr lang="es-ES" sz="1200" dirty="0" err="1"/>
              <a:t>Expertise</a:t>
            </a:r>
            <a:r>
              <a:rPr lang="es-ES" sz="1200" dirty="0"/>
              <a:t> + Idiomas</a:t>
            </a:r>
            <a:endParaRPr lang="es-MX" sz="1200" dirty="0">
              <a:ea typeface="+mn-lt"/>
              <a:cs typeface="+mn-lt"/>
            </a:endParaRPr>
          </a:p>
        </p:txBody>
      </p:sp>
      <p:pic>
        <p:nvPicPr>
          <p:cNvPr id="6" name="Imagen 5">
            <a:extLst>
              <a:ext uri="{FF2B5EF4-FFF2-40B4-BE49-F238E27FC236}">
                <a16:creationId xmlns:a16="http://schemas.microsoft.com/office/drawing/2014/main" id="{33DC421A-8BB9-3804-9E00-D17EC10C8F82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8267886" y="4923673"/>
            <a:ext cx="838573" cy="177879"/>
          </a:xfrm>
          <a:prstGeom prst="rect">
            <a:avLst/>
          </a:prstGeom>
        </p:spPr>
      </p:pic>
      <p:sp>
        <p:nvSpPr>
          <p:cNvPr id="3" name="Rectángulo 2">
            <a:extLst>
              <a:ext uri="{FF2B5EF4-FFF2-40B4-BE49-F238E27FC236}">
                <a16:creationId xmlns:a16="http://schemas.microsoft.com/office/drawing/2014/main" id="{16C67E4E-709E-BD9E-3C38-62296F332629}"/>
              </a:ext>
            </a:extLst>
          </p:cNvPr>
          <p:cNvSpPr/>
          <p:nvPr/>
        </p:nvSpPr>
        <p:spPr>
          <a:xfrm>
            <a:off x="7848600" y="130887"/>
            <a:ext cx="838573" cy="685800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AR" dirty="0">
                <a:solidFill>
                  <a:schemeClr val="tx1"/>
                </a:solidFill>
              </a:rPr>
              <a:t>FOTO</a:t>
            </a:r>
          </a:p>
        </p:txBody>
      </p:sp>
    </p:spTree>
    <p:extLst>
      <p:ext uri="{BB962C8B-B14F-4D97-AF65-F5344CB8AC3E}">
        <p14:creationId xmlns:p14="http://schemas.microsoft.com/office/powerpoint/2010/main" val="126732438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CC12794-6B88-D9F3-37B2-7E6343A57B1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Imagen 5">
            <a:extLst>
              <a:ext uri="{FF2B5EF4-FFF2-40B4-BE49-F238E27FC236}">
                <a16:creationId xmlns:a16="http://schemas.microsoft.com/office/drawing/2014/main" id="{8A9DC86A-F17B-57BF-7B7C-847556DBCE6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286000" y="895350"/>
            <a:ext cx="4560203" cy="4060288"/>
          </a:xfrm>
          <a:prstGeom prst="rect">
            <a:avLst/>
          </a:prstGeom>
        </p:spPr>
      </p:pic>
      <p:sp>
        <p:nvSpPr>
          <p:cNvPr id="9" name="Título 1">
            <a:extLst>
              <a:ext uri="{FF2B5EF4-FFF2-40B4-BE49-F238E27FC236}">
                <a16:creationId xmlns:a16="http://schemas.microsoft.com/office/drawing/2014/main" id="{F068C284-B5C3-96AB-D78D-C65A9A3DF06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25096" y="133350"/>
            <a:ext cx="7747000" cy="553998"/>
          </a:xfrm>
        </p:spPr>
        <p:txBody>
          <a:bodyPr wrap="square" lIns="0" tIns="0" rIns="0" bIns="0" anchor="t">
            <a:spAutoFit/>
          </a:bodyPr>
          <a:lstStyle/>
          <a:p>
            <a:r>
              <a:rPr lang="es-MX" sz="1800" dirty="0"/>
              <a:t>Colaborador propuesto – Nombre</a:t>
            </a:r>
            <a:br>
              <a:rPr lang="es-MX" sz="1800" dirty="0"/>
            </a:br>
            <a:r>
              <a:rPr lang="es-MX" sz="1800" b="0" dirty="0">
                <a:solidFill>
                  <a:schemeClr val="tx1"/>
                </a:solidFill>
              </a:rPr>
              <a:t>Scrum Master </a:t>
            </a:r>
            <a:endParaRPr lang="es-MX" sz="1800" b="0" dirty="0">
              <a:solidFill>
                <a:schemeClr val="tx1"/>
              </a:solidFill>
              <a:ea typeface="Verdana"/>
            </a:endParaRPr>
          </a:p>
        </p:txBody>
      </p:sp>
      <p:sp>
        <p:nvSpPr>
          <p:cNvPr id="2" name="Rectángulo 1">
            <a:extLst>
              <a:ext uri="{FF2B5EF4-FFF2-40B4-BE49-F238E27FC236}">
                <a16:creationId xmlns:a16="http://schemas.microsoft.com/office/drawing/2014/main" id="{3B62535C-8493-7E0A-A5F3-8E6814B0322E}"/>
              </a:ext>
            </a:extLst>
          </p:cNvPr>
          <p:cNvSpPr/>
          <p:nvPr/>
        </p:nvSpPr>
        <p:spPr>
          <a:xfrm>
            <a:off x="7848600" y="130887"/>
            <a:ext cx="838573" cy="685800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AR" dirty="0">
                <a:solidFill>
                  <a:schemeClr val="tx1"/>
                </a:solidFill>
              </a:rPr>
              <a:t>FOTO</a:t>
            </a:r>
          </a:p>
        </p:txBody>
      </p:sp>
      <p:sp>
        <p:nvSpPr>
          <p:cNvPr id="11" name="CuadroTexto 10">
            <a:extLst>
              <a:ext uri="{FF2B5EF4-FFF2-40B4-BE49-F238E27FC236}">
                <a16:creationId xmlns:a16="http://schemas.microsoft.com/office/drawing/2014/main" id="{264C550F-EBE5-55DF-607F-DFF845FCAC4F}"/>
              </a:ext>
            </a:extLst>
          </p:cNvPr>
          <p:cNvSpPr txBox="1"/>
          <p:nvPr/>
        </p:nvSpPr>
        <p:spPr>
          <a:xfrm>
            <a:off x="226868" y="909811"/>
            <a:ext cx="7342198" cy="276999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/>
          <a:p>
            <a:r>
              <a:rPr lang="es-AR" sz="1200" dirty="0"/>
              <a:t>{{EXPERIENCIA_1_2}}</a:t>
            </a:r>
            <a:endParaRPr lang="es-MX" sz="1200" dirty="0">
              <a:ea typeface="+mn-lt"/>
              <a:cs typeface="+mn-lt"/>
            </a:endParaRPr>
          </a:p>
        </p:txBody>
      </p:sp>
      <p:pic>
        <p:nvPicPr>
          <p:cNvPr id="3" name="Imagen 2">
            <a:extLst>
              <a:ext uri="{FF2B5EF4-FFF2-40B4-BE49-F238E27FC236}">
                <a16:creationId xmlns:a16="http://schemas.microsoft.com/office/drawing/2014/main" id="{A2BFFF5A-9CD0-3798-6831-5F556BDC40B5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8267886" y="4923673"/>
            <a:ext cx="838573" cy="17787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7031287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48846CD-7FCF-83D8-5A1A-7590F36085E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Imagen 5">
            <a:extLst>
              <a:ext uri="{FF2B5EF4-FFF2-40B4-BE49-F238E27FC236}">
                <a16:creationId xmlns:a16="http://schemas.microsoft.com/office/drawing/2014/main" id="{B5D1EAF2-8840-95DF-3BDC-5CFF036477F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286000" y="895350"/>
            <a:ext cx="4560203" cy="4060288"/>
          </a:xfrm>
          <a:prstGeom prst="rect">
            <a:avLst/>
          </a:prstGeom>
        </p:spPr>
      </p:pic>
      <p:sp>
        <p:nvSpPr>
          <p:cNvPr id="9" name="Título 1">
            <a:extLst>
              <a:ext uri="{FF2B5EF4-FFF2-40B4-BE49-F238E27FC236}">
                <a16:creationId xmlns:a16="http://schemas.microsoft.com/office/drawing/2014/main" id="{AD47AB27-3380-8E19-FB71-ED0EC17DD49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25096" y="133350"/>
            <a:ext cx="7747000" cy="553998"/>
          </a:xfrm>
        </p:spPr>
        <p:txBody>
          <a:bodyPr wrap="square" lIns="0" tIns="0" rIns="0" bIns="0" anchor="t">
            <a:spAutoFit/>
          </a:bodyPr>
          <a:lstStyle/>
          <a:p>
            <a:r>
              <a:rPr lang="es-MX" sz="1800" dirty="0"/>
              <a:t>Colaborador propuesto – Edwin Carrillo</a:t>
            </a:r>
            <a:br>
              <a:rPr lang="es-MX" sz="1800" dirty="0"/>
            </a:br>
            <a:r>
              <a:rPr lang="es-MX" sz="1800" b="0" dirty="0">
                <a:solidFill>
                  <a:schemeClr val="tx1"/>
                </a:solidFill>
              </a:rPr>
              <a:t>Scrum Master </a:t>
            </a:r>
            <a:endParaRPr lang="es-MX" sz="1800" b="0" dirty="0">
              <a:solidFill>
                <a:schemeClr val="tx1"/>
              </a:solidFill>
              <a:ea typeface="Verdana"/>
            </a:endParaRPr>
          </a:p>
        </p:txBody>
      </p:sp>
      <p:sp>
        <p:nvSpPr>
          <p:cNvPr id="2" name="CuadroTexto 1">
            <a:extLst>
              <a:ext uri="{FF2B5EF4-FFF2-40B4-BE49-F238E27FC236}">
                <a16:creationId xmlns:a16="http://schemas.microsoft.com/office/drawing/2014/main" id="{3EACA878-04AB-B3BA-8FA2-34AF441814B6}"/>
              </a:ext>
            </a:extLst>
          </p:cNvPr>
          <p:cNvSpPr txBox="1"/>
          <p:nvPr/>
        </p:nvSpPr>
        <p:spPr>
          <a:xfrm>
            <a:off x="226868" y="909811"/>
            <a:ext cx="7342198" cy="276999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/>
          <a:p>
            <a:r>
              <a:rPr lang="es-AR" sz="1200" dirty="0"/>
              <a:t>{{EXPERIENCIA_3_PLUS}}</a:t>
            </a:r>
            <a:endParaRPr lang="es-MX" sz="1200" dirty="0">
              <a:ea typeface="+mn-lt"/>
              <a:cs typeface="+mn-lt"/>
            </a:endParaRPr>
          </a:p>
        </p:txBody>
      </p:sp>
      <p:sp>
        <p:nvSpPr>
          <p:cNvPr id="3" name="Rectángulo 2">
            <a:extLst>
              <a:ext uri="{FF2B5EF4-FFF2-40B4-BE49-F238E27FC236}">
                <a16:creationId xmlns:a16="http://schemas.microsoft.com/office/drawing/2014/main" id="{9D468D7D-AA1D-668D-6B21-43B8CED47D97}"/>
              </a:ext>
            </a:extLst>
          </p:cNvPr>
          <p:cNvSpPr/>
          <p:nvPr/>
        </p:nvSpPr>
        <p:spPr>
          <a:xfrm>
            <a:off x="7848600" y="130887"/>
            <a:ext cx="838573" cy="685800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AR" dirty="0">
                <a:solidFill>
                  <a:schemeClr val="tx1"/>
                </a:solidFill>
              </a:rPr>
              <a:t>FOTO</a:t>
            </a:r>
          </a:p>
        </p:txBody>
      </p:sp>
      <p:pic>
        <p:nvPicPr>
          <p:cNvPr id="4" name="Imagen 3">
            <a:extLst>
              <a:ext uri="{FF2B5EF4-FFF2-40B4-BE49-F238E27FC236}">
                <a16:creationId xmlns:a16="http://schemas.microsoft.com/office/drawing/2014/main" id="{C88D5F48-85E5-7AD1-A207-DB1F90C6CDD6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8267886" y="4923673"/>
            <a:ext cx="838573" cy="17787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5106313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8548D859-DE1D-FD45-C4BD-EC9F8C75469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s-AR" dirty="0"/>
          </a:p>
        </p:txBody>
      </p:sp>
      <p:pic>
        <p:nvPicPr>
          <p:cNvPr id="4" name="Imagen 3">
            <a:extLst>
              <a:ext uri="{FF2B5EF4-FFF2-40B4-BE49-F238E27FC236}">
                <a16:creationId xmlns:a16="http://schemas.microsoft.com/office/drawing/2014/main" id="{1CEFE505-CD5E-7FD3-0923-44192CB90BF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26581" y="0"/>
            <a:ext cx="9220200" cy="5143500"/>
          </a:xfrm>
          <a:prstGeom prst="rect">
            <a:avLst/>
          </a:prstGeom>
        </p:spPr>
      </p:pic>
      <p:sp>
        <p:nvSpPr>
          <p:cNvPr id="6" name="Rectángulo 5">
            <a:extLst>
              <a:ext uri="{FF2B5EF4-FFF2-40B4-BE49-F238E27FC236}">
                <a16:creationId xmlns:a16="http://schemas.microsoft.com/office/drawing/2014/main" id="{B5FF15B8-10D3-2789-7711-682D83FE64B0}"/>
              </a:ext>
            </a:extLst>
          </p:cNvPr>
          <p:cNvSpPr/>
          <p:nvPr/>
        </p:nvSpPr>
        <p:spPr>
          <a:xfrm>
            <a:off x="0" y="4400550"/>
            <a:ext cx="3429000" cy="457200"/>
          </a:xfrm>
          <a:prstGeom prst="rect">
            <a:avLst/>
          </a:prstGeom>
          <a:solidFill>
            <a:srgbClr val="632C79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AR"/>
          </a:p>
        </p:txBody>
      </p:sp>
      <p:sp>
        <p:nvSpPr>
          <p:cNvPr id="5" name="CuadroTexto 4">
            <a:extLst>
              <a:ext uri="{FF2B5EF4-FFF2-40B4-BE49-F238E27FC236}">
                <a16:creationId xmlns:a16="http://schemas.microsoft.com/office/drawing/2014/main" id="{234A3679-5094-136E-83C1-CC9CB35010F2}"/>
              </a:ext>
            </a:extLst>
          </p:cNvPr>
          <p:cNvSpPr txBox="1"/>
          <p:nvPr/>
        </p:nvSpPr>
        <p:spPr>
          <a:xfrm>
            <a:off x="3544" y="4400550"/>
            <a:ext cx="3347391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MX" sz="2400" b="1" dirty="0">
                <a:solidFill>
                  <a:schemeClr val="bg1"/>
                </a:solidFill>
                <a:latin typeface="Verdana"/>
                <a:ea typeface="+mj-ea"/>
              </a:rPr>
              <a:t>MUCHAS GRACIAS</a:t>
            </a:r>
            <a:endParaRPr lang="es-AR" sz="2400" b="1" dirty="0">
              <a:solidFill>
                <a:schemeClr val="bg1"/>
              </a:solidFill>
              <a:latin typeface="Verdana"/>
              <a:ea typeface="+mj-ea"/>
            </a:endParaRPr>
          </a:p>
        </p:txBody>
      </p:sp>
    </p:spTree>
    <p:extLst>
      <p:ext uri="{BB962C8B-B14F-4D97-AF65-F5344CB8AC3E}">
        <p14:creationId xmlns:p14="http://schemas.microsoft.com/office/powerpoint/2010/main" val="98873422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FFFF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lcf76f155ced4ddcb4097134ff3c332f xmlns="083a6b24-b743-417a-a1d1-1b3d4c1dad4d">
      <Terms xmlns="http://schemas.microsoft.com/office/infopath/2007/PartnerControls"/>
    </lcf76f155ced4ddcb4097134ff3c332f>
    <TaxCatchAll xmlns="64dbf7be-6ecf-4773-895c-99c6cedfebd6" xsi:nil="true"/>
  </documentManagement>
</p:properties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o" ma:contentTypeID="0x010100D69153B7F76B7849BC6E55779EAF2322" ma:contentTypeVersion="18" ma:contentTypeDescription="Crear nuevo documento." ma:contentTypeScope="" ma:versionID="ad08d1cd47c6a146f4414fdb74422572">
  <xsd:schema xmlns:xsd="http://www.w3.org/2001/XMLSchema" xmlns:xs="http://www.w3.org/2001/XMLSchema" xmlns:p="http://schemas.microsoft.com/office/2006/metadata/properties" xmlns:ns2="083a6b24-b743-417a-a1d1-1b3d4c1dad4d" xmlns:ns3="64dbf7be-6ecf-4773-895c-99c6cedfebd6" targetNamespace="http://schemas.microsoft.com/office/2006/metadata/properties" ma:root="true" ma:fieldsID="116aad1c417e18186531fb84d33605fa" ns2:_="" ns3:_="">
    <xsd:import namespace="083a6b24-b743-417a-a1d1-1b3d4c1dad4d"/>
    <xsd:import namespace="64dbf7be-6ecf-4773-895c-99c6cedfebd6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3:SharedWithUsers" minOccurs="0"/>
                <xsd:element ref="ns3:SharedWithDetails" minOccurs="0"/>
                <xsd:element ref="ns2:MediaServiceAutoTags" minOccurs="0"/>
                <xsd:element ref="ns2:MediaServiceOCR" minOccurs="0"/>
                <xsd:element ref="ns2:MediaServiceDateTaken" minOccurs="0"/>
                <xsd:element ref="ns2:MediaServiceLocation" minOccurs="0"/>
                <xsd:element ref="ns2:MediaServiceEventHashCode" minOccurs="0"/>
                <xsd:element ref="ns2:MediaServiceGenerationTime" minOccurs="0"/>
                <xsd:element ref="ns2:MediaServiceAutoKeyPoints" minOccurs="0"/>
                <xsd:element ref="ns2:MediaServiceKeyPoints" minOccurs="0"/>
                <xsd:element ref="ns2:lcf76f155ced4ddcb4097134ff3c332f" minOccurs="0"/>
                <xsd:element ref="ns3:TaxCatchAll" minOccurs="0"/>
                <xsd:element ref="ns2:MediaLengthInSeconds" minOccurs="0"/>
                <xsd:element ref="ns2:MediaServiceObjectDetectorVersions" minOccurs="0"/>
                <xsd:element ref="ns2:MediaServiceSearchPropertie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083a6b24-b743-417a-a1d1-1b3d4c1dad4d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AutoTags" ma:index="12" nillable="true" ma:displayName="MediaServiceAutoTags" ma:internalName="MediaServiceAutoTags" ma:readOnly="true">
      <xsd:simpleType>
        <xsd:restriction base="dms:Text"/>
      </xsd:simpleType>
    </xsd:element>
    <xsd:element name="MediaServiceOCR" ma:index="13" nillable="true" ma:displayName="MediaServiceOCR" ma:internalName="MediaServiceOCR" ma:readOnly="true">
      <xsd:simpleType>
        <xsd:restriction base="dms:Note">
          <xsd:maxLength value="255"/>
        </xsd:restriction>
      </xsd:simpleType>
    </xsd:element>
    <xsd:element name="MediaServiceDateTaken" ma:index="14" nillable="true" ma:displayName="MediaServiceDateTaken" ma:hidden="true" ma:internalName="MediaServiceDateTaken" ma:readOnly="true">
      <xsd:simpleType>
        <xsd:restriction base="dms:Text"/>
      </xsd:simpleType>
    </xsd:element>
    <xsd:element name="MediaServiceLocation" ma:index="15" nillable="true" ma:displayName="MediaServiceLocation" ma:internalName="MediaServiceLocation" ma:readOnly="true">
      <xsd:simpleType>
        <xsd:restriction base="dms:Text"/>
      </xsd:simpleType>
    </xsd:element>
    <xsd:element name="MediaServiceEventHashCode" ma:index="16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GenerationTime" ma:index="17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AutoKeyPoints" ma:index="18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9" nillable="true" ma:displayName="KeyPoints" ma:internalName="MediaServiceKeyPoints" ma:readOnly="true">
      <xsd:simpleType>
        <xsd:restriction base="dms:Note">
          <xsd:maxLength value="255"/>
        </xsd:restriction>
      </xsd:simpleType>
    </xsd:element>
    <xsd:element name="lcf76f155ced4ddcb4097134ff3c332f" ma:index="21" nillable="true" ma:taxonomy="true" ma:internalName="lcf76f155ced4ddcb4097134ff3c332f" ma:taxonomyFieldName="MediaServiceImageTags" ma:displayName="Etiquetas de imagen" ma:readOnly="false" ma:fieldId="{5cf76f15-5ced-4ddc-b409-7134ff3c332f}" ma:taxonomyMulti="true" ma:sspId="ce750537-6cbf-49fd-84ba-4d6e16eec24c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LengthInSeconds" ma:index="23" nillable="true" ma:displayName="MediaLengthInSeconds" ma:hidden="true" ma:internalName="MediaLengthInSeconds" ma:readOnly="true">
      <xsd:simpleType>
        <xsd:restriction base="dms:Unknown"/>
      </xsd:simpleType>
    </xsd:element>
    <xsd:element name="MediaServiceObjectDetectorVersions" ma:index="24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MediaServiceSearchProperties" ma:index="25" nillable="true" ma:displayName="MediaServiceSearchProperties" ma:hidden="true" ma:internalName="MediaServiceSearchPropertie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64dbf7be-6ecf-4773-895c-99c6cedfebd6" elementFormDefault="qualified">
    <xsd:import namespace="http://schemas.microsoft.com/office/2006/documentManagement/types"/>
    <xsd:import namespace="http://schemas.microsoft.com/office/infopath/2007/PartnerControls"/>
    <xsd:element name="SharedWithUsers" ma:index="10" nillable="true" ma:displayName="Compartido con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1" nillable="true" ma:displayName="Detalles de uso compartido" ma:internalName="SharedWithDetails" ma:readOnly="true">
      <xsd:simpleType>
        <xsd:restriction base="dms:Note">
          <xsd:maxLength value="255"/>
        </xsd:restriction>
      </xsd:simpleType>
    </xsd:element>
    <xsd:element name="TaxCatchAll" ma:index="22" nillable="true" ma:displayName="Taxonomy Catch All Column" ma:hidden="true" ma:list="{3f3e09e3-5f41-4b64-9372-6b200a62bc91}" ma:internalName="TaxCatchAll" ma:showField="CatchAllData" ma:web="64dbf7be-6ecf-4773-895c-99c6cedfebd6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Tipo de contenido"/>
        <xsd:element ref="dc:title" minOccurs="0" maxOccurs="1" ma:index="4" ma:displayName="Título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2D8197BF-F491-42DE-8613-7C352E60D661}">
  <ds:schemaRefs>
    <ds:schemaRef ds:uri="http://schemas.microsoft.com/office/2006/metadata/properties"/>
    <ds:schemaRef ds:uri="http://schemas.openxmlformats.org/package/2006/metadata/core-properties"/>
    <ds:schemaRef ds:uri="http://purl.org/dc/terms/"/>
    <ds:schemaRef ds:uri="http://purl.org/dc/dcmitype/"/>
    <ds:schemaRef ds:uri="http://purl.org/dc/elements/1.1/"/>
    <ds:schemaRef ds:uri="083a6b24-b743-417a-a1d1-1b3d4c1dad4d"/>
    <ds:schemaRef ds:uri="http://schemas.microsoft.com/office/2006/documentManagement/types"/>
    <ds:schemaRef ds:uri="http://schemas.microsoft.com/office/infopath/2007/PartnerControls"/>
    <ds:schemaRef ds:uri="64dbf7be-6ecf-4773-895c-99c6cedfebd6"/>
    <ds:schemaRef ds:uri="http://www.w3.org/XML/1998/namespace"/>
  </ds:schemaRefs>
</ds:datastoreItem>
</file>

<file path=customXml/itemProps2.xml><?xml version="1.0" encoding="utf-8"?>
<ds:datastoreItem xmlns:ds="http://schemas.openxmlformats.org/officeDocument/2006/customXml" ds:itemID="{A481DAC7-544F-49E8-BD62-9C1147837AD0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71A09475-333F-4A9B-AF90-CC3C88EAAC7A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083a6b24-b743-417a-a1d1-1b3d4c1dad4d"/>
    <ds:schemaRef ds:uri="64dbf7be-6ecf-4773-895c-99c6cedfebd6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106392</TotalTime>
  <Words>66</Words>
  <Application>Microsoft Office PowerPoint</Application>
  <PresentationFormat>Presentación en pantalla (16:9)</PresentationFormat>
  <Paragraphs>12</Paragraphs>
  <Slides>4</Slides>
  <Notes>2</Notes>
  <HiddenSlides>0</HiddenSlides>
  <MMClips>0</MMClips>
  <ScaleCrop>false</ScaleCrop>
  <HeadingPairs>
    <vt:vector size="6" baseType="variant">
      <vt:variant>
        <vt:lpstr>Fuentes usadas</vt:lpstr>
      </vt:variant>
      <vt:variant>
        <vt:i4>2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4</vt:i4>
      </vt:variant>
    </vt:vector>
  </HeadingPairs>
  <TitlesOfParts>
    <vt:vector size="7" baseType="lpstr">
      <vt:lpstr>Calibri</vt:lpstr>
      <vt:lpstr>Verdana</vt:lpstr>
      <vt:lpstr>Office Theme</vt:lpstr>
      <vt:lpstr>Colaborador propuesto – Nombre Scrum Master (nombre del puesto a ocupar)</vt:lpstr>
      <vt:lpstr>Colaborador propuesto – Nombre Scrum Master </vt:lpstr>
      <vt:lpstr>Colaborador propuesto – Edwin Carrillo Scrum Master </vt:lpstr>
      <vt:lpstr>Presentación de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[RUBIK] Servicios</dc:title>
  <dc:creator>Guada</dc:creator>
  <cp:lastModifiedBy>Gabriel Cánepa</cp:lastModifiedBy>
  <cp:revision>444</cp:revision>
  <dcterms:created xsi:type="dcterms:W3CDTF">2022-06-17T19:24:19Z</dcterms:created>
  <dcterms:modified xsi:type="dcterms:W3CDTF">2026-02-09T03:16:57Z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or">
    <vt:lpwstr>Google</vt:lpwstr>
  </property>
  <property fmtid="{D5CDD505-2E9C-101B-9397-08002B2CF9AE}" pid="3" name="ContentTypeId">
    <vt:lpwstr>0x010100D69153B7F76B7849BC6E55779EAF2322</vt:lpwstr>
  </property>
  <property fmtid="{D5CDD505-2E9C-101B-9397-08002B2CF9AE}" pid="4" name="MediaServiceImageTags">
    <vt:lpwstr/>
  </property>
</Properties>
</file>