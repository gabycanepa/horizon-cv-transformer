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6858000" cy="9906000" type="A4"/>
  <p:notesSz cx="6858000" cy="9144000"/>
  <p:embeddedFontLst>
    <p:embeddedFont>
      <p:font typeface="Poppins Bold" panose="020B0604020202020204" charset="0"/>
      <p:regular r:id="rId5"/>
      <p:bold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01" userDrawn="1">
          <p15:clr>
            <a:srgbClr val="A4A3A4"/>
          </p15:clr>
        </p15:guide>
        <p15:guide id="2" pos="2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AEC09F-7B3C-BAB8-8307-D95A6DCC551B}" v="55" dt="2026-02-12T15:37:03.9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75" d="100"/>
          <a:sy n="75" d="100"/>
        </p:scale>
        <p:origin x="2208" y="283"/>
      </p:cViewPr>
      <p:guideLst>
        <p:guide orient="horz" pos="2001"/>
        <p:guide pos="261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microsoft.com/office/2015/10/relationships/revisionInfo" Target="revisionInfo.xml"/><Relationship Id="rId5" Type="http://schemas.openxmlformats.org/officeDocument/2006/relationships/font" Target="fonts/font1.fntdata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2407" y="1973553"/>
            <a:ext cx="7053943" cy="136178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4814" y="3600043"/>
            <a:ext cx="5809129" cy="162354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9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48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98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4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97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46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96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544" y="4082402"/>
            <a:ext cx="7053943" cy="1261780"/>
          </a:xfrm>
        </p:spPr>
        <p:txBody>
          <a:bodyPr anchor="t"/>
          <a:lstStyle>
            <a:lvl1pPr algn="l">
              <a:defRPr sz="363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544" y="2692680"/>
            <a:ext cx="7053943" cy="1389722"/>
          </a:xfrm>
        </p:spPr>
        <p:txBody>
          <a:bodyPr anchor="b"/>
          <a:lstStyle>
            <a:lvl1pPr marL="0" indent="0">
              <a:buNone/>
              <a:defRPr sz="1815">
                <a:solidFill>
                  <a:schemeClr val="tx1">
                    <a:tint val="75000"/>
                  </a:schemeClr>
                </a:solidFill>
              </a:defRPr>
            </a:lvl1pPr>
            <a:lvl2pPr marL="414955" indent="0">
              <a:buNone/>
              <a:defRPr sz="1634">
                <a:solidFill>
                  <a:schemeClr val="tx1">
                    <a:tint val="75000"/>
                  </a:schemeClr>
                </a:solidFill>
              </a:defRPr>
            </a:lvl2pPr>
            <a:lvl3pPr marL="829909" indent="0">
              <a:buNone/>
              <a:defRPr sz="1452">
                <a:solidFill>
                  <a:schemeClr val="tx1">
                    <a:tint val="75000"/>
                  </a:schemeClr>
                </a:solidFill>
              </a:defRPr>
            </a:lvl3pPr>
            <a:lvl4pPr marL="1244864" indent="0">
              <a:buNone/>
              <a:defRPr sz="1271">
                <a:solidFill>
                  <a:schemeClr val="tx1">
                    <a:tint val="75000"/>
                  </a:schemeClr>
                </a:solidFill>
              </a:defRPr>
            </a:lvl4pPr>
            <a:lvl5pPr marL="1659819" indent="0">
              <a:buNone/>
              <a:defRPr sz="1271">
                <a:solidFill>
                  <a:schemeClr val="tx1">
                    <a:tint val="75000"/>
                  </a:schemeClr>
                </a:solidFill>
              </a:defRPr>
            </a:lvl5pPr>
            <a:lvl6pPr marL="2074774" indent="0">
              <a:buNone/>
              <a:defRPr sz="1271">
                <a:solidFill>
                  <a:schemeClr val="tx1">
                    <a:tint val="75000"/>
                  </a:schemeClr>
                </a:solidFill>
              </a:defRPr>
            </a:lvl6pPr>
            <a:lvl7pPr marL="2489728" indent="0">
              <a:buNone/>
              <a:defRPr sz="1271">
                <a:solidFill>
                  <a:schemeClr val="tx1">
                    <a:tint val="75000"/>
                  </a:schemeClr>
                </a:solidFill>
              </a:defRPr>
            </a:lvl7pPr>
            <a:lvl8pPr marL="2904683" indent="0">
              <a:buNone/>
              <a:defRPr sz="1271">
                <a:solidFill>
                  <a:schemeClr val="tx1">
                    <a:tint val="75000"/>
                  </a:schemeClr>
                </a:solidFill>
              </a:defRPr>
            </a:lvl8pPr>
            <a:lvl9pPr marL="3319638" indent="0">
              <a:buNone/>
              <a:defRPr sz="127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938" y="1482371"/>
            <a:ext cx="3665284" cy="4192697"/>
          </a:xfrm>
        </p:spPr>
        <p:txBody>
          <a:bodyPr/>
          <a:lstStyle>
            <a:lvl1pPr>
              <a:defRPr sz="2541"/>
            </a:lvl1pPr>
            <a:lvl2pPr>
              <a:defRPr sz="2178"/>
            </a:lvl2pPr>
            <a:lvl3pPr>
              <a:defRPr sz="1815"/>
            </a:lvl3pPr>
            <a:lvl4pPr>
              <a:defRPr sz="1634"/>
            </a:lvl4pPr>
            <a:lvl5pPr>
              <a:defRPr sz="1634"/>
            </a:lvl5pPr>
            <a:lvl6pPr>
              <a:defRPr sz="1634"/>
            </a:lvl6pPr>
            <a:lvl7pPr>
              <a:defRPr sz="1634"/>
            </a:lvl7pPr>
            <a:lvl8pPr>
              <a:defRPr sz="1634"/>
            </a:lvl8pPr>
            <a:lvl9pPr>
              <a:defRPr sz="163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18534" y="1482371"/>
            <a:ext cx="3665284" cy="4192697"/>
          </a:xfrm>
        </p:spPr>
        <p:txBody>
          <a:bodyPr/>
          <a:lstStyle>
            <a:lvl1pPr>
              <a:defRPr sz="2541"/>
            </a:lvl1pPr>
            <a:lvl2pPr>
              <a:defRPr sz="2178"/>
            </a:lvl2pPr>
            <a:lvl3pPr>
              <a:defRPr sz="1815"/>
            </a:lvl3pPr>
            <a:lvl4pPr>
              <a:defRPr sz="1634"/>
            </a:lvl4pPr>
            <a:lvl5pPr>
              <a:defRPr sz="1634"/>
            </a:lvl5pPr>
            <a:lvl6pPr>
              <a:defRPr sz="1634"/>
            </a:lvl6pPr>
            <a:lvl7pPr>
              <a:defRPr sz="1634"/>
            </a:lvl7pPr>
            <a:lvl8pPr>
              <a:defRPr sz="1634"/>
            </a:lvl8pPr>
            <a:lvl9pPr>
              <a:defRPr sz="163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938" y="1422076"/>
            <a:ext cx="3666725" cy="592654"/>
          </a:xfrm>
        </p:spPr>
        <p:txBody>
          <a:bodyPr anchor="b"/>
          <a:lstStyle>
            <a:lvl1pPr marL="0" indent="0">
              <a:buNone/>
              <a:defRPr sz="2178" b="1"/>
            </a:lvl1pPr>
            <a:lvl2pPr marL="414955" indent="0">
              <a:buNone/>
              <a:defRPr sz="1815" b="1"/>
            </a:lvl2pPr>
            <a:lvl3pPr marL="829909" indent="0">
              <a:buNone/>
              <a:defRPr sz="1634" b="1"/>
            </a:lvl3pPr>
            <a:lvl4pPr marL="1244864" indent="0">
              <a:buNone/>
              <a:defRPr sz="1452" b="1"/>
            </a:lvl4pPr>
            <a:lvl5pPr marL="1659819" indent="0">
              <a:buNone/>
              <a:defRPr sz="1452" b="1"/>
            </a:lvl5pPr>
            <a:lvl6pPr marL="2074774" indent="0">
              <a:buNone/>
              <a:defRPr sz="1452" b="1"/>
            </a:lvl6pPr>
            <a:lvl7pPr marL="2489728" indent="0">
              <a:buNone/>
              <a:defRPr sz="1452" b="1"/>
            </a:lvl7pPr>
            <a:lvl8pPr marL="2904683" indent="0">
              <a:buNone/>
              <a:defRPr sz="1452" b="1"/>
            </a:lvl8pPr>
            <a:lvl9pPr marL="3319638" indent="0">
              <a:buNone/>
              <a:defRPr sz="145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4938" y="2014730"/>
            <a:ext cx="3666725" cy="3660338"/>
          </a:xfrm>
        </p:spPr>
        <p:txBody>
          <a:bodyPr/>
          <a:lstStyle>
            <a:lvl1pPr>
              <a:defRPr sz="2178"/>
            </a:lvl1pPr>
            <a:lvl2pPr>
              <a:defRPr sz="1815"/>
            </a:lvl2pPr>
            <a:lvl3pPr>
              <a:defRPr sz="1634"/>
            </a:lvl3pPr>
            <a:lvl4pPr>
              <a:defRPr sz="1452"/>
            </a:lvl4pPr>
            <a:lvl5pPr>
              <a:defRPr sz="1452"/>
            </a:lvl5pPr>
            <a:lvl6pPr>
              <a:defRPr sz="1452"/>
            </a:lvl6pPr>
            <a:lvl7pPr>
              <a:defRPr sz="1452"/>
            </a:lvl7pPr>
            <a:lvl8pPr>
              <a:defRPr sz="1452"/>
            </a:lvl8pPr>
            <a:lvl9pPr>
              <a:defRPr sz="145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15653" y="1422076"/>
            <a:ext cx="3668166" cy="592654"/>
          </a:xfrm>
        </p:spPr>
        <p:txBody>
          <a:bodyPr anchor="b"/>
          <a:lstStyle>
            <a:lvl1pPr marL="0" indent="0">
              <a:buNone/>
              <a:defRPr sz="2178" b="1"/>
            </a:lvl1pPr>
            <a:lvl2pPr marL="414955" indent="0">
              <a:buNone/>
              <a:defRPr sz="1815" b="1"/>
            </a:lvl2pPr>
            <a:lvl3pPr marL="829909" indent="0">
              <a:buNone/>
              <a:defRPr sz="1634" b="1"/>
            </a:lvl3pPr>
            <a:lvl4pPr marL="1244864" indent="0">
              <a:buNone/>
              <a:defRPr sz="1452" b="1"/>
            </a:lvl4pPr>
            <a:lvl5pPr marL="1659819" indent="0">
              <a:buNone/>
              <a:defRPr sz="1452" b="1"/>
            </a:lvl5pPr>
            <a:lvl6pPr marL="2074774" indent="0">
              <a:buNone/>
              <a:defRPr sz="1452" b="1"/>
            </a:lvl6pPr>
            <a:lvl7pPr marL="2489728" indent="0">
              <a:buNone/>
              <a:defRPr sz="1452" b="1"/>
            </a:lvl7pPr>
            <a:lvl8pPr marL="2904683" indent="0">
              <a:buNone/>
              <a:defRPr sz="1452" b="1"/>
            </a:lvl8pPr>
            <a:lvl9pPr marL="3319638" indent="0">
              <a:buNone/>
              <a:defRPr sz="145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15653" y="2014730"/>
            <a:ext cx="3668166" cy="3660338"/>
          </a:xfrm>
        </p:spPr>
        <p:txBody>
          <a:bodyPr/>
          <a:lstStyle>
            <a:lvl1pPr>
              <a:defRPr sz="2178"/>
            </a:lvl1pPr>
            <a:lvl2pPr>
              <a:defRPr sz="1815"/>
            </a:lvl2pPr>
            <a:lvl3pPr>
              <a:defRPr sz="1634"/>
            </a:lvl3pPr>
            <a:lvl4pPr>
              <a:defRPr sz="1452"/>
            </a:lvl4pPr>
            <a:lvl5pPr>
              <a:defRPr sz="1452"/>
            </a:lvl5pPr>
            <a:lvl6pPr>
              <a:defRPr sz="1452"/>
            </a:lvl6pPr>
            <a:lvl7pPr>
              <a:defRPr sz="1452"/>
            </a:lvl7pPr>
            <a:lvl8pPr>
              <a:defRPr sz="1452"/>
            </a:lvl8pPr>
            <a:lvl9pPr>
              <a:defRPr sz="145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938" y="252944"/>
            <a:ext cx="2730234" cy="1076483"/>
          </a:xfrm>
        </p:spPr>
        <p:txBody>
          <a:bodyPr anchor="b"/>
          <a:lstStyle>
            <a:lvl1pPr algn="l">
              <a:defRPr sz="181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4583" y="252944"/>
            <a:ext cx="4639235" cy="5422124"/>
          </a:xfrm>
        </p:spPr>
        <p:txBody>
          <a:bodyPr/>
          <a:lstStyle>
            <a:lvl1pPr>
              <a:defRPr sz="2904"/>
            </a:lvl1pPr>
            <a:lvl2pPr>
              <a:defRPr sz="2541"/>
            </a:lvl2pPr>
            <a:lvl3pPr>
              <a:defRPr sz="2178"/>
            </a:lvl3pPr>
            <a:lvl4pPr>
              <a:defRPr sz="1815"/>
            </a:lvl4pPr>
            <a:lvl5pPr>
              <a:defRPr sz="1815"/>
            </a:lvl5pPr>
            <a:lvl6pPr>
              <a:defRPr sz="1815"/>
            </a:lvl6pPr>
            <a:lvl7pPr>
              <a:defRPr sz="1815"/>
            </a:lvl7pPr>
            <a:lvl8pPr>
              <a:defRPr sz="1815"/>
            </a:lvl8pPr>
            <a:lvl9pPr>
              <a:defRPr sz="181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4938" y="1329428"/>
            <a:ext cx="2730234" cy="4345640"/>
          </a:xfrm>
        </p:spPr>
        <p:txBody>
          <a:bodyPr/>
          <a:lstStyle>
            <a:lvl1pPr marL="0" indent="0">
              <a:buNone/>
              <a:defRPr sz="1271"/>
            </a:lvl1pPr>
            <a:lvl2pPr marL="414955" indent="0">
              <a:buNone/>
              <a:defRPr sz="1089"/>
            </a:lvl2pPr>
            <a:lvl3pPr marL="829909" indent="0">
              <a:buNone/>
              <a:defRPr sz="908"/>
            </a:lvl3pPr>
            <a:lvl4pPr marL="1244864" indent="0">
              <a:buNone/>
              <a:defRPr sz="817"/>
            </a:lvl4pPr>
            <a:lvl5pPr marL="1659819" indent="0">
              <a:buNone/>
              <a:defRPr sz="817"/>
            </a:lvl5pPr>
            <a:lvl6pPr marL="2074774" indent="0">
              <a:buNone/>
              <a:defRPr sz="817"/>
            </a:lvl6pPr>
            <a:lvl7pPr marL="2489728" indent="0">
              <a:buNone/>
              <a:defRPr sz="817"/>
            </a:lvl7pPr>
            <a:lvl8pPr marL="2904683" indent="0">
              <a:buNone/>
              <a:defRPr sz="817"/>
            </a:lvl8pPr>
            <a:lvl9pPr marL="3319638" indent="0">
              <a:buNone/>
              <a:defRPr sz="81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6614" y="4447111"/>
            <a:ext cx="4979254" cy="525007"/>
          </a:xfrm>
        </p:spPr>
        <p:txBody>
          <a:bodyPr anchor="b"/>
          <a:lstStyle>
            <a:lvl1pPr algn="l">
              <a:defRPr sz="181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26614" y="567654"/>
            <a:ext cx="4979254" cy="3811810"/>
          </a:xfrm>
        </p:spPr>
        <p:txBody>
          <a:bodyPr/>
          <a:lstStyle>
            <a:lvl1pPr marL="0" indent="0">
              <a:buNone/>
              <a:defRPr sz="2904"/>
            </a:lvl1pPr>
            <a:lvl2pPr marL="414955" indent="0">
              <a:buNone/>
              <a:defRPr sz="2541"/>
            </a:lvl2pPr>
            <a:lvl3pPr marL="829909" indent="0">
              <a:buNone/>
              <a:defRPr sz="2178"/>
            </a:lvl3pPr>
            <a:lvl4pPr marL="1244864" indent="0">
              <a:buNone/>
              <a:defRPr sz="1815"/>
            </a:lvl4pPr>
            <a:lvl5pPr marL="1659819" indent="0">
              <a:buNone/>
              <a:defRPr sz="1815"/>
            </a:lvl5pPr>
            <a:lvl6pPr marL="2074774" indent="0">
              <a:buNone/>
              <a:defRPr sz="1815"/>
            </a:lvl6pPr>
            <a:lvl7pPr marL="2489728" indent="0">
              <a:buNone/>
              <a:defRPr sz="1815"/>
            </a:lvl7pPr>
            <a:lvl8pPr marL="2904683" indent="0">
              <a:buNone/>
              <a:defRPr sz="1815"/>
            </a:lvl8pPr>
            <a:lvl9pPr marL="3319638" indent="0">
              <a:buNone/>
              <a:defRPr sz="1815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26614" y="4972118"/>
            <a:ext cx="4979254" cy="745597"/>
          </a:xfrm>
        </p:spPr>
        <p:txBody>
          <a:bodyPr/>
          <a:lstStyle>
            <a:lvl1pPr marL="0" indent="0">
              <a:buNone/>
              <a:defRPr sz="1271"/>
            </a:lvl1pPr>
            <a:lvl2pPr marL="414955" indent="0">
              <a:buNone/>
              <a:defRPr sz="1089"/>
            </a:lvl2pPr>
            <a:lvl3pPr marL="829909" indent="0">
              <a:buNone/>
              <a:defRPr sz="908"/>
            </a:lvl3pPr>
            <a:lvl4pPr marL="1244864" indent="0">
              <a:buNone/>
              <a:defRPr sz="817"/>
            </a:lvl4pPr>
            <a:lvl5pPr marL="1659819" indent="0">
              <a:buNone/>
              <a:defRPr sz="817"/>
            </a:lvl5pPr>
            <a:lvl6pPr marL="2074774" indent="0">
              <a:buNone/>
              <a:defRPr sz="817"/>
            </a:lvl6pPr>
            <a:lvl7pPr marL="2489728" indent="0">
              <a:buNone/>
              <a:defRPr sz="817"/>
            </a:lvl7pPr>
            <a:lvl8pPr marL="2904683" indent="0">
              <a:buNone/>
              <a:defRPr sz="817"/>
            </a:lvl8pPr>
            <a:lvl9pPr marL="3319638" indent="0">
              <a:buNone/>
              <a:defRPr sz="81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16598" y="254416"/>
            <a:ext cx="1867220" cy="54206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4938" y="254416"/>
            <a:ext cx="5463348" cy="54206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4938" y="254415"/>
            <a:ext cx="7468881" cy="1058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938" y="1482371"/>
            <a:ext cx="7468881" cy="4192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4938" y="5888306"/>
            <a:ext cx="1936376" cy="3382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35409" y="5888306"/>
            <a:ext cx="2627939" cy="3382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947442" y="5888306"/>
            <a:ext cx="1936376" cy="3382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4718"/>
            <a:ext cx="3234970" cy="9907975"/>
            <a:chOff x="0" y="0"/>
            <a:chExt cx="1277421" cy="38317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77421" cy="3831772"/>
            </a:xfrm>
            <a:custGeom>
              <a:avLst/>
              <a:gdLst/>
              <a:ahLst/>
              <a:cxnLst/>
              <a:rect l="l" t="t" r="r" b="b"/>
              <a:pathLst>
                <a:path w="1277421" h="3831772">
                  <a:moveTo>
                    <a:pt x="0" y="0"/>
                  </a:moveTo>
                  <a:lnTo>
                    <a:pt x="1277421" y="0"/>
                  </a:lnTo>
                  <a:lnTo>
                    <a:pt x="1277421" y="3831772"/>
                  </a:lnTo>
                  <a:lnTo>
                    <a:pt x="0" y="3831772"/>
                  </a:lnTo>
                  <a:close/>
                </a:path>
              </a:pathLst>
            </a:custGeom>
            <a:gradFill rotWithShape="1">
              <a:gsLst>
                <a:gs pos="0">
                  <a:srgbClr val="59388F">
                    <a:alpha val="100000"/>
                  </a:srgbClr>
                </a:gs>
                <a:gs pos="100000">
                  <a:srgbClr val="CD0E8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A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277421" cy="3860346"/>
            </a:xfrm>
            <a:prstGeom prst="rect">
              <a:avLst/>
            </a:prstGeom>
          </p:spPr>
          <p:txBody>
            <a:bodyPr lIns="46104" tIns="46104" rIns="46104" bIns="46104" rtlCol="0" anchor="ctr"/>
            <a:lstStyle>
              <a:defPPr>
                <a:defRPr lang="en-US"/>
              </a:defPPr>
              <a:lvl1pPr marL="0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19938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39876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59815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79753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99691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19629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939567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359506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98"/>
                </a:lnSpc>
              </a:pPr>
              <a:endParaRPr sz="1500"/>
            </a:p>
          </p:txBody>
        </p:sp>
      </p:grpSp>
      <p:sp>
        <p:nvSpPr>
          <p:cNvPr id="7" name="AutoShape 7"/>
          <p:cNvSpPr/>
          <p:nvPr/>
        </p:nvSpPr>
        <p:spPr>
          <a:xfrm>
            <a:off x="3349881" y="2999752"/>
            <a:ext cx="3514180" cy="0"/>
          </a:xfrm>
          <a:prstGeom prst="line">
            <a:avLst/>
          </a:prstGeom>
          <a:ln w="19050" cap="flat">
            <a:solidFill>
              <a:srgbClr val="6C2C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sp>
        <p:nvSpPr>
          <p:cNvPr id="8" name="Freeform 8"/>
          <p:cNvSpPr/>
          <p:nvPr/>
        </p:nvSpPr>
        <p:spPr>
          <a:xfrm>
            <a:off x="6054028" y="9117803"/>
            <a:ext cx="646428" cy="616618"/>
          </a:xfrm>
          <a:custGeom>
            <a:avLst/>
            <a:gdLst/>
            <a:ahLst/>
            <a:cxnLst/>
            <a:rect l="l" t="t" r="r" b="b"/>
            <a:pathLst>
              <a:path w="480390" h="427014">
                <a:moveTo>
                  <a:pt x="0" y="0"/>
                </a:moveTo>
                <a:lnTo>
                  <a:pt x="480390" y="0"/>
                </a:lnTo>
                <a:lnTo>
                  <a:pt x="480390" y="427014"/>
                </a:lnTo>
                <a:lnTo>
                  <a:pt x="0" y="4270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grpSp>
        <p:nvGrpSpPr>
          <p:cNvPr id="9" name="Group 9"/>
          <p:cNvGrpSpPr/>
          <p:nvPr/>
        </p:nvGrpSpPr>
        <p:grpSpPr>
          <a:xfrm>
            <a:off x="182880" y="285193"/>
            <a:ext cx="1371600" cy="1360727"/>
            <a:chOff x="0" y="0"/>
            <a:chExt cx="1027780" cy="10141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27780" cy="1014139"/>
            </a:xfrm>
            <a:custGeom>
              <a:avLst/>
              <a:gdLst/>
              <a:ahLst/>
              <a:cxnLst/>
              <a:rect l="l" t="t" r="r" b="b"/>
              <a:pathLst>
                <a:path w="1027780" h="1014139">
                  <a:moveTo>
                    <a:pt x="0" y="0"/>
                  </a:moveTo>
                  <a:lnTo>
                    <a:pt x="1027780" y="0"/>
                  </a:lnTo>
                  <a:lnTo>
                    <a:pt x="1027780" y="1014139"/>
                  </a:lnTo>
                  <a:lnTo>
                    <a:pt x="0" y="10141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027780" cy="1071289"/>
            </a:xfrm>
            <a:prstGeom prst="rect">
              <a:avLst/>
            </a:prstGeom>
          </p:spPr>
          <p:txBody>
            <a:bodyPr lIns="46104" tIns="46104" rIns="46104" bIns="46104" rtlCol="0" anchor="ctr"/>
            <a:lstStyle>
              <a:defPPr>
                <a:defRPr lang="en-US"/>
              </a:defPPr>
              <a:lvl1pPr marL="0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19938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39876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59815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79753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99691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19629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939567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359506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274"/>
                </a:lnSpc>
              </a:pPr>
              <a:r>
                <a:rPr lang="en-US" sz="1625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FOTO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519445" y="434668"/>
            <a:ext cx="3185963" cy="1524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9938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987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9815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9753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99691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9629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39567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5950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031"/>
              </a:lnSpc>
            </a:pPr>
            <a:r>
              <a:rPr lang="en-US" sz="2879" b="1" dirty="0">
                <a:solidFill>
                  <a:srgbClr val="5C378C"/>
                </a:solidFill>
                <a:latin typeface="Poppins Bold"/>
                <a:ea typeface="Poppins Bold"/>
                <a:cs typeface="Poppins Bold"/>
                <a:sym typeface="Poppins Bold"/>
              </a:rPr>
              <a:t>COLABORADOR PROPUESTO - </a:t>
            </a:r>
            <a:r>
              <a:rPr lang="es-AR" sz="2879" b="1" dirty="0">
                <a:solidFill>
                  <a:srgbClr val="5C378C"/>
                </a:solidFill>
                <a:latin typeface="Poppins Bold"/>
                <a:cs typeface="Poppins Bold"/>
              </a:rPr>
              <a:t>{{NOMBRE}}</a:t>
            </a:r>
            <a:endParaRPr lang="en-US" sz="2879" b="1" dirty="0">
              <a:solidFill>
                <a:srgbClr val="5C378C"/>
              </a:solidFill>
              <a:latin typeface="Poppins Bold"/>
              <a:cs typeface="Poppins Bold"/>
              <a:sym typeface="Poppi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33007" y="3339106"/>
            <a:ext cx="2268949" cy="2786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9938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987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9815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9753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99691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9629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39567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5950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ts val="2268"/>
              </a:lnSpc>
              <a:buFont typeface="Arial"/>
              <a:buChar char="•"/>
            </a:pPr>
            <a:r>
              <a:rPr lang="es-AR" sz="1600" b="1" dirty="0">
                <a:solidFill>
                  <a:schemeClr val="bg1"/>
                </a:solidFill>
                <a:latin typeface="Poppins Bold"/>
                <a:cs typeface="Poppins Bold"/>
              </a:rPr>
              <a:t>{{PERFIL}}</a:t>
            </a:r>
            <a:endParaRPr lang="en-US" sz="1600" b="1" dirty="0">
              <a:solidFill>
                <a:schemeClr val="bg1"/>
              </a:solidFill>
              <a:latin typeface="Poppins Bold"/>
              <a:cs typeface="Poppi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33007" y="6805629"/>
            <a:ext cx="2005393" cy="2787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9938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987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9815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9753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99691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9629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39567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5950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ts val="2274"/>
              </a:lnSpc>
              <a:buFont typeface="Arial"/>
              <a:buChar char="•"/>
            </a:pPr>
            <a:r>
              <a:rPr lang="en-US" sz="1625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{{EDUCACIÓN}}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519488" y="3337780"/>
            <a:ext cx="2534539" cy="279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9938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987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9815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9753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99691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9629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39567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5950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ts val="2274"/>
              </a:lnSpc>
              <a:buFont typeface="Arial"/>
              <a:buChar char="•"/>
            </a:pPr>
            <a:r>
              <a:rPr lang="en-US" sz="1625" b="1" dirty="0">
                <a:solidFill>
                  <a:srgbClr val="5C378C"/>
                </a:solidFill>
                <a:ea typeface="Poppins Bold"/>
                <a:cs typeface="Poppins Bold"/>
                <a:sym typeface="Poppins Bold"/>
              </a:rPr>
              <a:t>  </a:t>
            </a:r>
            <a:r>
              <a:rPr lang="es-AR" sz="1625" b="1" dirty="0">
                <a:solidFill>
                  <a:srgbClr val="5C378C"/>
                </a:solidFill>
                <a:cs typeface="Poppins Bold"/>
              </a:rPr>
              <a:t>{{EXPERIENCIA_1_2}}</a:t>
            </a:r>
            <a:endParaRPr lang="en-US" sz="1625" b="1" dirty="0">
              <a:solidFill>
                <a:srgbClr val="5C378C"/>
              </a:solidFill>
              <a:cs typeface="Poppins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33007" y="4954443"/>
            <a:ext cx="2409155" cy="279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9938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987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9815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9753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99691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9629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39567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5950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ts val="2274"/>
              </a:lnSpc>
              <a:buFont typeface="Arial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Poppins Bold"/>
                <a:ea typeface="Poppins Bold"/>
                <a:cs typeface="Poppins Bold"/>
                <a:sym typeface="Poppins Bold"/>
              </a:rPr>
              <a:t>{{HABILIDADES}}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33007" y="8656815"/>
            <a:ext cx="1820767" cy="279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9938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987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9815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9753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99691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9629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39567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5950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ts val="2274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{{IDIOMAS}}</a:t>
            </a:r>
            <a:endParaRPr lang="en-US" sz="1600" dirty="0">
              <a:solidFill>
                <a:srgbClr val="FFFFFF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5A04C-058D-992A-CBCD-BFC4FBADF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226A8AC-1700-1032-97CD-CB38B5F85A7B}"/>
              </a:ext>
            </a:extLst>
          </p:cNvPr>
          <p:cNvGrpSpPr/>
          <p:nvPr/>
        </p:nvGrpSpPr>
        <p:grpSpPr>
          <a:xfrm>
            <a:off x="0" y="-4718"/>
            <a:ext cx="3234970" cy="9907975"/>
            <a:chOff x="0" y="0"/>
            <a:chExt cx="1277421" cy="383177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1899D1B-B1FC-CA67-EB3A-E751CC357CAB}"/>
                </a:ext>
              </a:extLst>
            </p:cNvPr>
            <p:cNvSpPr/>
            <p:nvPr/>
          </p:nvSpPr>
          <p:spPr>
            <a:xfrm>
              <a:off x="0" y="0"/>
              <a:ext cx="1277421" cy="3831772"/>
            </a:xfrm>
            <a:custGeom>
              <a:avLst/>
              <a:gdLst/>
              <a:ahLst/>
              <a:cxnLst/>
              <a:rect l="l" t="t" r="r" b="b"/>
              <a:pathLst>
                <a:path w="1277421" h="3831772">
                  <a:moveTo>
                    <a:pt x="0" y="0"/>
                  </a:moveTo>
                  <a:lnTo>
                    <a:pt x="1277421" y="0"/>
                  </a:lnTo>
                  <a:lnTo>
                    <a:pt x="1277421" y="3831772"/>
                  </a:lnTo>
                  <a:lnTo>
                    <a:pt x="0" y="3831772"/>
                  </a:lnTo>
                  <a:close/>
                </a:path>
              </a:pathLst>
            </a:custGeom>
            <a:gradFill rotWithShape="1">
              <a:gsLst>
                <a:gs pos="0">
                  <a:srgbClr val="59388F">
                    <a:alpha val="100000"/>
                  </a:srgbClr>
                </a:gs>
                <a:gs pos="100000">
                  <a:srgbClr val="CD0E8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A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DD0EBDE-48D0-531E-EBBF-A59D95AF1C5C}"/>
                </a:ext>
              </a:extLst>
            </p:cNvPr>
            <p:cNvSpPr txBox="1"/>
            <p:nvPr/>
          </p:nvSpPr>
          <p:spPr>
            <a:xfrm>
              <a:off x="0" y="-28575"/>
              <a:ext cx="1277421" cy="3860346"/>
            </a:xfrm>
            <a:prstGeom prst="rect">
              <a:avLst/>
            </a:prstGeom>
          </p:spPr>
          <p:txBody>
            <a:bodyPr lIns="46104" tIns="46104" rIns="46104" bIns="46104" rtlCol="0" anchor="ctr"/>
            <a:lstStyle>
              <a:defPPr>
                <a:defRPr lang="en-US"/>
              </a:defPPr>
              <a:lvl1pPr marL="0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19938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39876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59815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79753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99691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19629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939567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359506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98"/>
                </a:lnSpc>
              </a:pPr>
              <a:endParaRPr sz="1500"/>
            </a:p>
          </p:txBody>
        </p: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8DC18CF8-53C5-1E31-76C1-5CFE8594E6C2}"/>
              </a:ext>
            </a:extLst>
          </p:cNvPr>
          <p:cNvSpPr/>
          <p:nvPr/>
        </p:nvSpPr>
        <p:spPr>
          <a:xfrm>
            <a:off x="3349881" y="2999752"/>
            <a:ext cx="3514180" cy="0"/>
          </a:xfrm>
          <a:prstGeom prst="line">
            <a:avLst/>
          </a:prstGeom>
          <a:ln w="19050" cap="flat">
            <a:solidFill>
              <a:srgbClr val="6C2C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BF81953-59F8-0479-C205-9ABE35D279DC}"/>
              </a:ext>
            </a:extLst>
          </p:cNvPr>
          <p:cNvSpPr/>
          <p:nvPr/>
        </p:nvSpPr>
        <p:spPr>
          <a:xfrm>
            <a:off x="6054028" y="9117803"/>
            <a:ext cx="646428" cy="616618"/>
          </a:xfrm>
          <a:custGeom>
            <a:avLst/>
            <a:gdLst/>
            <a:ahLst/>
            <a:cxnLst/>
            <a:rect l="l" t="t" r="r" b="b"/>
            <a:pathLst>
              <a:path w="480390" h="427014">
                <a:moveTo>
                  <a:pt x="0" y="0"/>
                </a:moveTo>
                <a:lnTo>
                  <a:pt x="480390" y="0"/>
                </a:lnTo>
                <a:lnTo>
                  <a:pt x="480390" y="427014"/>
                </a:lnTo>
                <a:lnTo>
                  <a:pt x="0" y="4270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0365B55-E7DA-3529-4805-B7F4FC737DDA}"/>
              </a:ext>
            </a:extLst>
          </p:cNvPr>
          <p:cNvSpPr txBox="1"/>
          <p:nvPr/>
        </p:nvSpPr>
        <p:spPr>
          <a:xfrm>
            <a:off x="3519445" y="434668"/>
            <a:ext cx="3185963" cy="1524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9938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987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9815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9753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99691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9629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39567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5950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031"/>
              </a:lnSpc>
            </a:pPr>
            <a:r>
              <a:rPr lang="en-US" sz="2879" b="1" dirty="0">
                <a:solidFill>
                  <a:srgbClr val="5C378C"/>
                </a:solidFill>
                <a:latin typeface="Poppins Bold"/>
                <a:ea typeface="Poppins Bold"/>
                <a:cs typeface="Poppins Bold"/>
                <a:sym typeface="Poppins Bold"/>
              </a:rPr>
              <a:t>COLABORADOR PROPUESTO - </a:t>
            </a:r>
            <a:r>
              <a:rPr lang="es-AR" sz="2879" b="1" dirty="0">
                <a:solidFill>
                  <a:srgbClr val="5C378C"/>
                </a:solidFill>
                <a:latin typeface="Poppins Bold"/>
                <a:cs typeface="Poppins Bold"/>
              </a:rPr>
              <a:t>{{NOMBRE}}</a:t>
            </a:r>
            <a:endParaRPr lang="en-US" sz="2879" b="1" dirty="0">
              <a:solidFill>
                <a:srgbClr val="5C378C"/>
              </a:solidFill>
              <a:latin typeface="Poppins Bold"/>
              <a:cs typeface="Poppins Bold"/>
              <a:sym typeface="Poppins Bold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5087085-BDD4-7AA2-7E11-AEDCCBDF3753}"/>
              </a:ext>
            </a:extLst>
          </p:cNvPr>
          <p:cNvSpPr txBox="1"/>
          <p:nvPr/>
        </p:nvSpPr>
        <p:spPr>
          <a:xfrm>
            <a:off x="3519488" y="3337780"/>
            <a:ext cx="2534539" cy="279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9938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987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9815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9753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99691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9629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39567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5950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ts val="2274"/>
              </a:lnSpc>
              <a:buFont typeface="Arial"/>
              <a:buChar char="•"/>
            </a:pPr>
            <a:r>
              <a:rPr lang="en-US" sz="1625" b="1" dirty="0">
                <a:solidFill>
                  <a:srgbClr val="5C378C"/>
                </a:solidFill>
                <a:ea typeface="Poppins Bold"/>
                <a:cs typeface="Poppins Bold"/>
                <a:sym typeface="Poppins Bold"/>
              </a:rPr>
              <a:t>  </a:t>
            </a:r>
            <a:r>
              <a:rPr lang="es-AR" sz="1625" b="1" dirty="0">
                <a:solidFill>
                  <a:srgbClr val="5C378C"/>
                </a:solidFill>
                <a:cs typeface="Poppins Bold"/>
              </a:rPr>
              <a:t>{{EXPERIENCIA_RESTO}}</a:t>
            </a:r>
            <a:endParaRPr lang="en-US" sz="1625" b="1" dirty="0">
              <a:solidFill>
                <a:srgbClr val="5C378C"/>
              </a:solidFill>
              <a:cs typeface="Poppins Bold"/>
            </a:endParaRPr>
          </a:p>
        </p:txBody>
      </p:sp>
      <p:grpSp>
        <p:nvGrpSpPr>
          <p:cNvPr id="5" name="Group 9">
            <a:extLst>
              <a:ext uri="{FF2B5EF4-FFF2-40B4-BE49-F238E27FC236}">
                <a16:creationId xmlns:a16="http://schemas.microsoft.com/office/drawing/2014/main" id="{3273471D-02BF-5C75-63D0-128C6EDF04F3}"/>
              </a:ext>
            </a:extLst>
          </p:cNvPr>
          <p:cNvGrpSpPr/>
          <p:nvPr/>
        </p:nvGrpSpPr>
        <p:grpSpPr>
          <a:xfrm>
            <a:off x="182880" y="285193"/>
            <a:ext cx="1371600" cy="1360727"/>
            <a:chOff x="0" y="0"/>
            <a:chExt cx="1027780" cy="1014139"/>
          </a:xfrm>
        </p:grpSpPr>
        <p:sp>
          <p:nvSpPr>
            <p:cNvPr id="6" name="Freeform 10">
              <a:extLst>
                <a:ext uri="{FF2B5EF4-FFF2-40B4-BE49-F238E27FC236}">
                  <a16:creationId xmlns:a16="http://schemas.microsoft.com/office/drawing/2014/main" id="{6E4E4322-325A-8075-0D29-05D26A9EF9CE}"/>
                </a:ext>
              </a:extLst>
            </p:cNvPr>
            <p:cNvSpPr/>
            <p:nvPr/>
          </p:nvSpPr>
          <p:spPr>
            <a:xfrm>
              <a:off x="0" y="0"/>
              <a:ext cx="1027780" cy="1014139"/>
            </a:xfrm>
            <a:custGeom>
              <a:avLst/>
              <a:gdLst/>
              <a:ahLst/>
              <a:cxnLst/>
              <a:rect l="l" t="t" r="r" b="b"/>
              <a:pathLst>
                <a:path w="1027780" h="1014139">
                  <a:moveTo>
                    <a:pt x="0" y="0"/>
                  </a:moveTo>
                  <a:lnTo>
                    <a:pt x="1027780" y="0"/>
                  </a:lnTo>
                  <a:lnTo>
                    <a:pt x="1027780" y="1014139"/>
                  </a:lnTo>
                  <a:lnTo>
                    <a:pt x="0" y="10141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63626D7F-02A4-A656-C395-F47A55119E87}"/>
                </a:ext>
              </a:extLst>
            </p:cNvPr>
            <p:cNvSpPr txBox="1"/>
            <p:nvPr/>
          </p:nvSpPr>
          <p:spPr>
            <a:xfrm>
              <a:off x="0" y="-57150"/>
              <a:ext cx="1027780" cy="1071289"/>
            </a:xfrm>
            <a:prstGeom prst="rect">
              <a:avLst/>
            </a:prstGeom>
          </p:spPr>
          <p:txBody>
            <a:bodyPr lIns="46104" tIns="46104" rIns="46104" bIns="46104" rtlCol="0" anchor="ctr"/>
            <a:lstStyle>
              <a:defPPr>
                <a:defRPr lang="en-US"/>
              </a:defPPr>
              <a:lvl1pPr marL="0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19938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39876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59815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79753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99691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19629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939567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359506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274"/>
                </a:lnSpc>
              </a:pPr>
              <a:r>
                <a:rPr lang="en-US" sz="1625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FOTO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8606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F8E09-C94E-492D-404D-62EAF13B7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EF027E7-E03F-12DC-868D-3415A4BBA822}"/>
              </a:ext>
            </a:extLst>
          </p:cNvPr>
          <p:cNvGrpSpPr/>
          <p:nvPr/>
        </p:nvGrpSpPr>
        <p:grpSpPr>
          <a:xfrm>
            <a:off x="0" y="-4718"/>
            <a:ext cx="3234970" cy="9907975"/>
            <a:chOff x="0" y="0"/>
            <a:chExt cx="1277421" cy="383177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82530B4-0BF0-79E7-FFE6-DF0CA863E025}"/>
                </a:ext>
              </a:extLst>
            </p:cNvPr>
            <p:cNvSpPr/>
            <p:nvPr/>
          </p:nvSpPr>
          <p:spPr>
            <a:xfrm>
              <a:off x="0" y="0"/>
              <a:ext cx="1277421" cy="3831772"/>
            </a:xfrm>
            <a:custGeom>
              <a:avLst/>
              <a:gdLst/>
              <a:ahLst/>
              <a:cxnLst/>
              <a:rect l="l" t="t" r="r" b="b"/>
              <a:pathLst>
                <a:path w="1277421" h="3831772">
                  <a:moveTo>
                    <a:pt x="0" y="0"/>
                  </a:moveTo>
                  <a:lnTo>
                    <a:pt x="1277421" y="0"/>
                  </a:lnTo>
                  <a:lnTo>
                    <a:pt x="1277421" y="3831772"/>
                  </a:lnTo>
                  <a:lnTo>
                    <a:pt x="0" y="3831772"/>
                  </a:lnTo>
                  <a:close/>
                </a:path>
              </a:pathLst>
            </a:custGeom>
            <a:gradFill rotWithShape="1">
              <a:gsLst>
                <a:gs pos="0">
                  <a:srgbClr val="59388F">
                    <a:alpha val="100000"/>
                  </a:srgbClr>
                </a:gs>
                <a:gs pos="100000">
                  <a:srgbClr val="CD0E8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A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D6BB2DF-2D39-288B-8570-52035C9E85D9}"/>
                </a:ext>
              </a:extLst>
            </p:cNvPr>
            <p:cNvSpPr txBox="1"/>
            <p:nvPr/>
          </p:nvSpPr>
          <p:spPr>
            <a:xfrm>
              <a:off x="0" y="-28575"/>
              <a:ext cx="1277421" cy="3860346"/>
            </a:xfrm>
            <a:prstGeom prst="rect">
              <a:avLst/>
            </a:prstGeom>
          </p:spPr>
          <p:txBody>
            <a:bodyPr lIns="46104" tIns="46104" rIns="46104" bIns="46104" rtlCol="0" anchor="ctr"/>
            <a:lstStyle>
              <a:defPPr>
                <a:defRPr lang="en-US"/>
              </a:defPPr>
              <a:lvl1pPr marL="0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19938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39876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59815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79753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99691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19629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939567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359506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98"/>
                </a:lnSpc>
              </a:pPr>
              <a:endParaRPr sz="1500"/>
            </a:p>
          </p:txBody>
        </p: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5808811F-792F-3656-021C-E8A7F5A8E65C}"/>
              </a:ext>
            </a:extLst>
          </p:cNvPr>
          <p:cNvSpPr/>
          <p:nvPr/>
        </p:nvSpPr>
        <p:spPr>
          <a:xfrm>
            <a:off x="3349881" y="2999752"/>
            <a:ext cx="3514180" cy="0"/>
          </a:xfrm>
          <a:prstGeom prst="line">
            <a:avLst/>
          </a:prstGeom>
          <a:ln w="19050" cap="flat">
            <a:solidFill>
              <a:srgbClr val="6C2C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989AF5F-85BD-1FA0-F51D-324B3FECF77D}"/>
              </a:ext>
            </a:extLst>
          </p:cNvPr>
          <p:cNvSpPr/>
          <p:nvPr/>
        </p:nvSpPr>
        <p:spPr>
          <a:xfrm>
            <a:off x="6054028" y="9117803"/>
            <a:ext cx="646428" cy="616618"/>
          </a:xfrm>
          <a:custGeom>
            <a:avLst/>
            <a:gdLst/>
            <a:ahLst/>
            <a:cxnLst/>
            <a:rect l="l" t="t" r="r" b="b"/>
            <a:pathLst>
              <a:path w="480390" h="427014">
                <a:moveTo>
                  <a:pt x="0" y="0"/>
                </a:moveTo>
                <a:lnTo>
                  <a:pt x="480390" y="0"/>
                </a:lnTo>
                <a:lnTo>
                  <a:pt x="480390" y="427014"/>
                </a:lnTo>
                <a:lnTo>
                  <a:pt x="0" y="4270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08B7FF6-BE27-9BB2-5859-A40AC450BCB6}"/>
              </a:ext>
            </a:extLst>
          </p:cNvPr>
          <p:cNvSpPr txBox="1"/>
          <p:nvPr/>
        </p:nvSpPr>
        <p:spPr>
          <a:xfrm>
            <a:off x="3519445" y="434668"/>
            <a:ext cx="3185963" cy="1524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9938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987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9815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9753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99691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9629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39567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5950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031"/>
              </a:lnSpc>
            </a:pPr>
            <a:r>
              <a:rPr lang="en-US" sz="2879" b="1" dirty="0">
                <a:solidFill>
                  <a:srgbClr val="5C378C"/>
                </a:solidFill>
                <a:latin typeface="Poppins Bold"/>
                <a:ea typeface="Poppins Bold"/>
                <a:cs typeface="Poppins Bold"/>
                <a:sym typeface="Poppins Bold"/>
              </a:rPr>
              <a:t>COLABORADOR PROPUESTO - </a:t>
            </a:r>
            <a:r>
              <a:rPr lang="es-AR" sz="2879" b="1" dirty="0">
                <a:solidFill>
                  <a:srgbClr val="5C378C"/>
                </a:solidFill>
                <a:latin typeface="Poppins Bold"/>
                <a:cs typeface="Poppins Bold"/>
              </a:rPr>
              <a:t>{{NOMBRE}}</a:t>
            </a:r>
            <a:endParaRPr lang="en-US" sz="2879" b="1" dirty="0">
              <a:solidFill>
                <a:srgbClr val="5C378C"/>
              </a:solidFill>
              <a:latin typeface="Poppins Bold"/>
              <a:cs typeface="Poppins Bold"/>
              <a:sym typeface="Poppins Bold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B184D02-0570-3C40-0B7F-EABC36EBC4C9}"/>
              </a:ext>
            </a:extLst>
          </p:cNvPr>
          <p:cNvSpPr txBox="1"/>
          <p:nvPr/>
        </p:nvSpPr>
        <p:spPr>
          <a:xfrm>
            <a:off x="3519488" y="3337780"/>
            <a:ext cx="2534539" cy="279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9938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987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9815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9753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99691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9629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39567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5950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ts val="2274"/>
              </a:lnSpc>
              <a:buFont typeface="Arial"/>
              <a:buChar char="•"/>
            </a:pPr>
            <a:r>
              <a:rPr lang="en-US" sz="1625" b="1" dirty="0">
                <a:solidFill>
                  <a:srgbClr val="5C378C"/>
                </a:solidFill>
                <a:ea typeface="Poppins Bold"/>
                <a:cs typeface="Poppins Bold"/>
                <a:sym typeface="Poppins Bold"/>
              </a:rPr>
              <a:t> </a:t>
            </a:r>
            <a:r>
              <a:rPr lang="es-AR" sz="1625" b="1" dirty="0">
                <a:solidFill>
                  <a:srgbClr val="5C378C"/>
                </a:solidFill>
                <a:cs typeface="Poppins Bold"/>
              </a:rPr>
              <a:t>{{EXPERIENCIA_RESTO}}</a:t>
            </a:r>
            <a:endParaRPr lang="en-US" sz="1625" b="1" dirty="0">
              <a:solidFill>
                <a:srgbClr val="5C378C"/>
              </a:solidFill>
              <a:cs typeface="Poppins Bold"/>
            </a:endParaRPr>
          </a:p>
        </p:txBody>
      </p:sp>
      <p:grpSp>
        <p:nvGrpSpPr>
          <p:cNvPr id="5" name="Group 9">
            <a:extLst>
              <a:ext uri="{FF2B5EF4-FFF2-40B4-BE49-F238E27FC236}">
                <a16:creationId xmlns:a16="http://schemas.microsoft.com/office/drawing/2014/main" id="{AF1DAC52-AF0B-ADC2-4DE0-A2E6F47DDA70}"/>
              </a:ext>
            </a:extLst>
          </p:cNvPr>
          <p:cNvGrpSpPr/>
          <p:nvPr/>
        </p:nvGrpSpPr>
        <p:grpSpPr>
          <a:xfrm>
            <a:off x="182880" y="285193"/>
            <a:ext cx="1371600" cy="1360727"/>
            <a:chOff x="0" y="0"/>
            <a:chExt cx="1027780" cy="1014139"/>
          </a:xfrm>
        </p:grpSpPr>
        <p:sp>
          <p:nvSpPr>
            <p:cNvPr id="6" name="Freeform 10">
              <a:extLst>
                <a:ext uri="{FF2B5EF4-FFF2-40B4-BE49-F238E27FC236}">
                  <a16:creationId xmlns:a16="http://schemas.microsoft.com/office/drawing/2014/main" id="{3F2EFD41-9605-25FF-C5F9-E29AC4E69A72}"/>
                </a:ext>
              </a:extLst>
            </p:cNvPr>
            <p:cNvSpPr/>
            <p:nvPr/>
          </p:nvSpPr>
          <p:spPr>
            <a:xfrm>
              <a:off x="0" y="0"/>
              <a:ext cx="1027780" cy="1014139"/>
            </a:xfrm>
            <a:custGeom>
              <a:avLst/>
              <a:gdLst/>
              <a:ahLst/>
              <a:cxnLst/>
              <a:rect l="l" t="t" r="r" b="b"/>
              <a:pathLst>
                <a:path w="1027780" h="1014139">
                  <a:moveTo>
                    <a:pt x="0" y="0"/>
                  </a:moveTo>
                  <a:lnTo>
                    <a:pt x="1027780" y="0"/>
                  </a:lnTo>
                  <a:lnTo>
                    <a:pt x="1027780" y="1014139"/>
                  </a:lnTo>
                  <a:lnTo>
                    <a:pt x="0" y="10141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26AB7D65-CE24-EED7-5009-994E8CEF629A}"/>
                </a:ext>
              </a:extLst>
            </p:cNvPr>
            <p:cNvSpPr txBox="1"/>
            <p:nvPr/>
          </p:nvSpPr>
          <p:spPr>
            <a:xfrm>
              <a:off x="0" y="-57150"/>
              <a:ext cx="1027780" cy="1071289"/>
            </a:xfrm>
            <a:prstGeom prst="rect">
              <a:avLst/>
            </a:prstGeom>
          </p:spPr>
          <p:txBody>
            <a:bodyPr lIns="46104" tIns="46104" rIns="46104" bIns="46104" rtlCol="0" anchor="ctr"/>
            <a:lstStyle>
              <a:defPPr>
                <a:defRPr lang="en-US"/>
              </a:defPPr>
              <a:lvl1pPr marL="0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19938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39876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59815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79753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99691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19629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939567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359506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274"/>
                </a:lnSpc>
              </a:pPr>
              <a:r>
                <a:rPr lang="en-US" sz="1625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FOTO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9165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51</Words>
  <Application>Microsoft Office PowerPoint</Application>
  <PresentationFormat>A4 (210 x 297 mm)</PresentationFormat>
  <Paragraphs>13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Calibri</vt:lpstr>
      <vt:lpstr>Arial</vt:lpstr>
      <vt:lpstr>Poppins Bold</vt:lpstr>
      <vt:lpstr>Office Theme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Currículo Advogado Trabalhista Minimalista Preto e Branco</dc:title>
  <cp:lastModifiedBy>Gabriel Cánepa</cp:lastModifiedBy>
  <cp:revision>37</cp:revision>
  <dcterms:created xsi:type="dcterms:W3CDTF">2006-08-16T00:00:00Z</dcterms:created>
  <dcterms:modified xsi:type="dcterms:W3CDTF">2026-02-19T15:43:37Z</dcterms:modified>
  <dc:identifier>DAHBH2zSDKQ</dc:identifier>
</cp:coreProperties>
</file>