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</p:sldIdLst>
  <p:sldSz cx="6858000" cy="9906000" type="A4"/>
  <p:notesSz cx="6858000" cy="9144000"/>
  <p:embeddedFontLst>
    <p:embeddedFont>
      <p:font typeface="Poppins Bold" panose="020B0604020202020204" charset="0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2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EC09F-7B3C-BAB8-8307-D95A6DCC551B}" v="55" dt="2026-02-12T15:37:03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112" d="100"/>
          <a:sy n="112" d="100"/>
        </p:scale>
        <p:origin x="1416" y="307"/>
      </p:cViewPr>
      <p:guideLst>
        <p:guide orient="horz" pos="2001"/>
        <p:guide pos="26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5/10/relationships/revisionInfo" Target="revisionInfo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2407" y="1973553"/>
            <a:ext cx="7053943" cy="13617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4814" y="3600043"/>
            <a:ext cx="5809129" cy="162354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4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9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4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9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4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9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544" y="4082402"/>
            <a:ext cx="7053943" cy="1261780"/>
          </a:xfrm>
        </p:spPr>
        <p:txBody>
          <a:bodyPr anchor="t"/>
          <a:lstStyle>
            <a:lvl1pPr algn="l">
              <a:defRPr sz="363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544" y="2692680"/>
            <a:ext cx="7053943" cy="1389722"/>
          </a:xfrm>
        </p:spPr>
        <p:txBody>
          <a:bodyPr anchor="b"/>
          <a:lstStyle>
            <a:lvl1pPr marL="0" indent="0">
              <a:buNone/>
              <a:defRPr sz="1815">
                <a:solidFill>
                  <a:schemeClr val="tx1">
                    <a:tint val="75000"/>
                  </a:schemeClr>
                </a:solidFill>
              </a:defRPr>
            </a:lvl1pPr>
            <a:lvl2pPr marL="414955" indent="0">
              <a:buNone/>
              <a:defRPr sz="1634">
                <a:solidFill>
                  <a:schemeClr val="tx1">
                    <a:tint val="75000"/>
                  </a:schemeClr>
                </a:solidFill>
              </a:defRPr>
            </a:lvl2pPr>
            <a:lvl3pPr marL="829909" indent="0">
              <a:buNone/>
              <a:defRPr sz="1452">
                <a:solidFill>
                  <a:schemeClr val="tx1">
                    <a:tint val="75000"/>
                  </a:schemeClr>
                </a:solidFill>
              </a:defRPr>
            </a:lvl3pPr>
            <a:lvl4pPr marL="124486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4pPr>
            <a:lvl5pPr marL="1659819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5pPr>
            <a:lvl6pPr marL="207477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6pPr>
            <a:lvl7pPr marL="248972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7pPr>
            <a:lvl8pPr marL="2904683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8pPr>
            <a:lvl9pPr marL="331963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938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8534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22076"/>
            <a:ext cx="3666725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4938" y="2014730"/>
            <a:ext cx="3666725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15653" y="1422076"/>
            <a:ext cx="3668166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15653" y="2014730"/>
            <a:ext cx="3668166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938" y="252944"/>
            <a:ext cx="2730234" cy="1076483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4583" y="252944"/>
            <a:ext cx="4639235" cy="5422124"/>
          </a:xfrm>
        </p:spPr>
        <p:txBody>
          <a:bodyPr/>
          <a:lstStyle>
            <a:lvl1pPr>
              <a:defRPr sz="2904"/>
            </a:lvl1pPr>
            <a:lvl2pPr>
              <a:defRPr sz="2541"/>
            </a:lvl2pPr>
            <a:lvl3pPr>
              <a:defRPr sz="2178"/>
            </a:lvl3pPr>
            <a:lvl4pPr>
              <a:defRPr sz="1815"/>
            </a:lvl4pPr>
            <a:lvl5pPr>
              <a:defRPr sz="1815"/>
            </a:lvl5pPr>
            <a:lvl6pPr>
              <a:defRPr sz="1815"/>
            </a:lvl6pPr>
            <a:lvl7pPr>
              <a:defRPr sz="1815"/>
            </a:lvl7pPr>
            <a:lvl8pPr>
              <a:defRPr sz="1815"/>
            </a:lvl8pPr>
            <a:lvl9pPr>
              <a:defRPr sz="18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4938" y="1329428"/>
            <a:ext cx="2730234" cy="4345640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6614" y="4447111"/>
            <a:ext cx="4979254" cy="525007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26614" y="567654"/>
            <a:ext cx="4979254" cy="3811810"/>
          </a:xfrm>
        </p:spPr>
        <p:txBody>
          <a:bodyPr/>
          <a:lstStyle>
            <a:lvl1pPr marL="0" indent="0">
              <a:buNone/>
              <a:defRPr sz="2904"/>
            </a:lvl1pPr>
            <a:lvl2pPr marL="414955" indent="0">
              <a:buNone/>
              <a:defRPr sz="2541"/>
            </a:lvl2pPr>
            <a:lvl3pPr marL="829909" indent="0">
              <a:buNone/>
              <a:defRPr sz="2178"/>
            </a:lvl3pPr>
            <a:lvl4pPr marL="1244864" indent="0">
              <a:buNone/>
              <a:defRPr sz="1815"/>
            </a:lvl4pPr>
            <a:lvl5pPr marL="1659819" indent="0">
              <a:buNone/>
              <a:defRPr sz="1815"/>
            </a:lvl5pPr>
            <a:lvl6pPr marL="2074774" indent="0">
              <a:buNone/>
              <a:defRPr sz="1815"/>
            </a:lvl6pPr>
            <a:lvl7pPr marL="2489728" indent="0">
              <a:buNone/>
              <a:defRPr sz="1815"/>
            </a:lvl7pPr>
            <a:lvl8pPr marL="2904683" indent="0">
              <a:buNone/>
              <a:defRPr sz="1815"/>
            </a:lvl8pPr>
            <a:lvl9pPr marL="3319638" indent="0">
              <a:buNone/>
              <a:defRPr sz="181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6614" y="4972118"/>
            <a:ext cx="4979254" cy="745597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16598" y="254416"/>
            <a:ext cx="1867220" cy="54206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4938" y="254416"/>
            <a:ext cx="5463348" cy="54206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/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/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/>
          <p:cNvGrpSpPr/>
          <p:nvPr/>
        </p:nvGrpSpPr>
        <p:grpSpPr>
          <a:xfrm>
            <a:off x="749902" y="630834"/>
            <a:ext cx="1459897" cy="1459898"/>
            <a:chOff x="0" y="0"/>
            <a:chExt cx="1027780" cy="101413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519445" y="434668"/>
            <a:ext cx="318596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300" b="1" dirty="0">
                <a:solidFill>
                  <a:srgbClr val="58188B"/>
                </a:solidFill>
              </a:rPr>
              <a:t>COLABORADOR PROPUESTO –</a:t>
            </a:r>
            <a:r>
              <a:rPr lang="es-AR" sz="1300" b="1" dirty="0">
                <a:solidFill>
                  <a:srgbClr val="58188B"/>
                </a:solidFill>
              </a:rPr>
              <a:t> Nombre</a:t>
            </a:r>
            <a:endParaRPr sz="1300" b="1" dirty="0">
              <a:solidFill>
                <a:srgbClr val="58188B"/>
              </a:solidFill>
            </a:endParaRPr>
          </a:p>
          <a:p>
            <a:r>
              <a:rPr sz="1100" b="0" dirty="0" err="1">
                <a:solidFill>
                  <a:srgbClr val="58188B"/>
                </a:solidFill>
              </a:rPr>
              <a:t>Administrador</a:t>
            </a:r>
            <a:r>
              <a:rPr sz="1100" b="0" dirty="0">
                <a:solidFill>
                  <a:srgbClr val="58188B"/>
                </a:solidFill>
              </a:rPr>
              <a:t> Cross / </a:t>
            </a:r>
            <a:r>
              <a:rPr sz="1100" b="0" dirty="0" err="1">
                <a:solidFill>
                  <a:srgbClr val="58188B"/>
                </a:solidFill>
              </a:rPr>
              <a:t>Operador</a:t>
            </a:r>
            <a:r>
              <a:rPr sz="1100" b="0" dirty="0">
                <a:solidFill>
                  <a:srgbClr val="58188B"/>
                </a:solidFill>
              </a:rPr>
              <a:t> NOC / </a:t>
            </a:r>
            <a:r>
              <a:rPr sz="1100" b="0" dirty="0" err="1">
                <a:solidFill>
                  <a:srgbClr val="58188B"/>
                </a:solidFill>
              </a:rPr>
              <a:t>Analista</a:t>
            </a:r>
            <a:r>
              <a:rPr sz="1100" b="0" dirty="0">
                <a:solidFill>
                  <a:srgbClr val="58188B"/>
                </a:solidFill>
              </a:rPr>
              <a:t> de Helpdesk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5A04C-058D-992A-CBCD-BFC4FBA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226A8AC-1700-1032-97CD-CB38B5F85A7B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1899D1B-B1FC-CA67-EB3A-E751CC357CAB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D0EBDE-48D0-531E-EBBF-A59D95AF1C5C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>
            <a:extLst>
              <a:ext uri="{FF2B5EF4-FFF2-40B4-BE49-F238E27FC236}">
                <a16:creationId xmlns:a16="http://schemas.microsoft.com/office/drawing/2014/main" id="{8DC18CF8-53C5-1E31-76C1-5CFE8594E6C2}"/>
              </a:ext>
            </a:extLst>
          </p:cNvPr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BF81953-59F8-0479-C205-9ABE35D279DC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0365B55-E7DA-3529-4805-B7F4FC737DDA}"/>
              </a:ext>
            </a:extLst>
          </p:cNvPr>
          <p:cNvSpPr txBox="1"/>
          <p:nvPr/>
        </p:nvSpPr>
        <p:spPr>
          <a:xfrm>
            <a:off x="3519445" y="434668"/>
            <a:ext cx="318596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300" b="1" dirty="0">
                <a:solidFill>
                  <a:srgbClr val="58188B"/>
                </a:solidFill>
              </a:rPr>
              <a:t>COLABORADOR PROPUESTO – </a:t>
            </a:r>
            <a:r>
              <a:rPr lang="es-AR" sz="1300" b="1" dirty="0">
                <a:solidFill>
                  <a:srgbClr val="58188B"/>
                </a:solidFill>
              </a:rPr>
              <a:t>Nombre</a:t>
            </a:r>
            <a:endParaRPr sz="1300" b="1" dirty="0">
              <a:solidFill>
                <a:srgbClr val="58188B"/>
              </a:solidFill>
            </a:endParaRPr>
          </a:p>
          <a:p>
            <a:r>
              <a:rPr sz="1100" b="0" dirty="0" err="1">
                <a:solidFill>
                  <a:srgbClr val="58188B"/>
                </a:solidFill>
              </a:rPr>
              <a:t>Administrador</a:t>
            </a:r>
            <a:r>
              <a:rPr sz="1100" b="0" dirty="0">
                <a:solidFill>
                  <a:srgbClr val="58188B"/>
                </a:solidFill>
              </a:rPr>
              <a:t> Cross / </a:t>
            </a:r>
            <a:r>
              <a:rPr sz="1100" b="0" dirty="0" err="1">
                <a:solidFill>
                  <a:srgbClr val="58188B"/>
                </a:solidFill>
              </a:rPr>
              <a:t>Operador</a:t>
            </a:r>
            <a:r>
              <a:rPr sz="1100" b="0" dirty="0">
                <a:solidFill>
                  <a:srgbClr val="58188B"/>
                </a:solidFill>
              </a:rPr>
              <a:t> NOC / </a:t>
            </a:r>
            <a:r>
              <a:rPr sz="1100" b="0" dirty="0" err="1">
                <a:solidFill>
                  <a:srgbClr val="58188B"/>
                </a:solidFill>
              </a:rPr>
              <a:t>Analista</a:t>
            </a:r>
            <a:r>
              <a:rPr sz="1100" b="0" dirty="0">
                <a:solidFill>
                  <a:srgbClr val="58188B"/>
                </a:solidFill>
              </a:rPr>
              <a:t> de Helpdesk</a:t>
            </a: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D8F6F793-AD16-4E6E-A3F0-62912AFFE157}"/>
              </a:ext>
            </a:extLst>
          </p:cNvPr>
          <p:cNvGrpSpPr/>
          <p:nvPr/>
        </p:nvGrpSpPr>
        <p:grpSpPr>
          <a:xfrm>
            <a:off x="749902" y="630834"/>
            <a:ext cx="1459897" cy="1459898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C8627787-88CD-647B-2A37-8EFD1DBA735B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14B35489-C32E-5CD1-3083-65548AA0ABB5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8606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8E09-C94E-492D-404D-62EAF13B7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F027E7-E03F-12DC-868D-3415A4BBA822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82530B4-0BF0-79E7-FFE6-DF0CA863E025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6BB2DF-2D39-288B-8570-52035C9E85D9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>
            <a:extLst>
              <a:ext uri="{FF2B5EF4-FFF2-40B4-BE49-F238E27FC236}">
                <a16:creationId xmlns:a16="http://schemas.microsoft.com/office/drawing/2014/main" id="{5808811F-792F-3656-021C-E8A7F5A8E65C}"/>
              </a:ext>
            </a:extLst>
          </p:cNvPr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989AF5F-85BD-1FA0-F51D-324B3FECF77D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08B7FF6-BE27-9BB2-5859-A40AC450BCB6}"/>
              </a:ext>
            </a:extLst>
          </p:cNvPr>
          <p:cNvSpPr txBox="1"/>
          <p:nvPr/>
        </p:nvSpPr>
        <p:spPr>
          <a:xfrm>
            <a:off x="3519445" y="434668"/>
            <a:ext cx="3185963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AR" sz="1300" b="1" dirty="0">
                <a:solidFill>
                  <a:srgbClr val="58188B"/>
                </a:solidFill>
              </a:rPr>
              <a:t>COLABORADOR PROPUESTO – Nombre</a:t>
            </a:r>
            <a:endParaRPr sz="1300" b="1" dirty="0">
              <a:solidFill>
                <a:srgbClr val="58188B"/>
              </a:solidFill>
            </a:endParaRPr>
          </a:p>
          <a:p>
            <a:r>
              <a:rPr sz="1100" b="0" dirty="0" err="1">
                <a:solidFill>
                  <a:srgbClr val="58188B"/>
                </a:solidFill>
              </a:rPr>
              <a:t>Administrador</a:t>
            </a:r>
            <a:r>
              <a:rPr sz="1100" b="0" dirty="0">
                <a:solidFill>
                  <a:srgbClr val="58188B"/>
                </a:solidFill>
              </a:rPr>
              <a:t> Cross / </a:t>
            </a:r>
            <a:r>
              <a:rPr sz="1100" b="0" dirty="0" err="1">
                <a:solidFill>
                  <a:srgbClr val="58188B"/>
                </a:solidFill>
              </a:rPr>
              <a:t>Operador</a:t>
            </a:r>
            <a:r>
              <a:rPr sz="1100" b="0" dirty="0">
                <a:solidFill>
                  <a:srgbClr val="58188B"/>
                </a:solidFill>
              </a:rPr>
              <a:t> NOC / </a:t>
            </a:r>
            <a:r>
              <a:rPr sz="1100" b="0" dirty="0" err="1">
                <a:solidFill>
                  <a:srgbClr val="58188B"/>
                </a:solidFill>
              </a:rPr>
              <a:t>Analista</a:t>
            </a:r>
            <a:r>
              <a:rPr sz="1100" b="0" dirty="0">
                <a:solidFill>
                  <a:srgbClr val="58188B"/>
                </a:solidFill>
              </a:rPr>
              <a:t> de Helpdesk</a:t>
            </a: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FC904AD5-473A-719B-7C8E-70A0919A606D}"/>
              </a:ext>
            </a:extLst>
          </p:cNvPr>
          <p:cNvGrpSpPr/>
          <p:nvPr/>
        </p:nvGrpSpPr>
        <p:grpSpPr>
          <a:xfrm>
            <a:off x="749902" y="630834"/>
            <a:ext cx="1459897" cy="1459898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7A0C3863-7D71-89D7-4D0C-2695E6E31FDA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1CE6CA17-71E5-BE53-6736-A304CCFC219A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65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42</Words>
  <Application>Microsoft Office PowerPoint</Application>
  <PresentationFormat>A4 (210 x 297 mm)</PresentationFormat>
  <Paragraphs>9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Calibri</vt:lpstr>
      <vt:lpstr>Arial</vt:lpstr>
      <vt:lpstr>Poppins Bold</vt:lpstr>
      <vt:lpstr>Office Theme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Currículo Advogado Trabalhista Minimalista Preto e Branco</dc:title>
  <cp:lastModifiedBy>Gabriel Cánepa</cp:lastModifiedBy>
  <cp:revision>38</cp:revision>
  <dcterms:created xsi:type="dcterms:W3CDTF">2006-08-16T00:00:00Z</dcterms:created>
  <dcterms:modified xsi:type="dcterms:W3CDTF">2026-02-19T15:21:46Z</dcterms:modified>
  <dc:identifier>DAHBH2zSDKQ</dc:identifier>
</cp:coreProperties>
</file>